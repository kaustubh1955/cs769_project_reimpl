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85" r:id="rId4"/>
  </p:sldMasterIdLst>
  <p:notesMasterIdLst>
    <p:notesMasterId r:id="rId20"/>
  </p:notesMasterIdLst>
  <p:handoutMasterIdLst>
    <p:handoutMasterId r:id="rId21"/>
  </p:handoutMasterIdLst>
  <p:sldIdLst>
    <p:sldId id="1042" r:id="rId5"/>
    <p:sldId id="1075" r:id="rId6"/>
    <p:sldId id="1088" r:id="rId7"/>
    <p:sldId id="1089" r:id="rId8"/>
    <p:sldId id="1093" r:id="rId9"/>
    <p:sldId id="1098" r:id="rId10"/>
    <p:sldId id="1096" r:id="rId11"/>
    <p:sldId id="1097" r:id="rId12"/>
    <p:sldId id="1099" r:id="rId13"/>
    <p:sldId id="1090" r:id="rId14"/>
    <p:sldId id="1094" r:id="rId15"/>
    <p:sldId id="1091" r:id="rId16"/>
    <p:sldId id="1100" r:id="rId17"/>
    <p:sldId id="1095" r:id="rId18"/>
    <p:sldId id="1092" r:id="rId19"/>
  </p:sldIdLst>
  <p:sldSz cx="12192000" cy="6858000"/>
  <p:notesSz cx="7099300" cy="10234613"/>
  <p:embeddedFontLst>
    <p:embeddedFont>
      <p:font typeface="Helvetica" panose="020B0604020202020204" pitchFamily="34" charset="0"/>
      <p:regular r:id="rId22"/>
      <p:bold r:id="rId23"/>
      <p:italic r:id="rId24"/>
      <p:boldItalic r:id="rId25"/>
    </p:embeddedFont>
    <p:embeddedFont>
      <p:font typeface="Wingdings 2" panose="05020102010507070707" pitchFamily="18" charset="2"/>
      <p:regular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B110D"/>
    <a:srgbClr val="FF2500"/>
    <a:srgbClr val="4472C4"/>
    <a:srgbClr val="999999"/>
    <a:srgbClr val="FF7C80"/>
    <a:srgbClr val="FFFAEE"/>
    <a:srgbClr val="548235"/>
    <a:srgbClr val="000000"/>
    <a:srgbClr val="B5B5B5"/>
    <a:srgbClr val="013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45" autoAdjust="0"/>
    <p:restoredTop sz="95073" autoAdjust="0"/>
  </p:normalViewPr>
  <p:slideViewPr>
    <p:cSldViewPr snapToGrid="0" snapToObjects="1">
      <p:cViewPr varScale="1">
        <p:scale>
          <a:sx n="106" d="100"/>
          <a:sy n="106" d="100"/>
        </p:scale>
        <p:origin x="576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>
      <p:cViewPr varScale="1">
        <p:scale>
          <a:sx n="80" d="100"/>
          <a:sy n="80" d="100"/>
        </p:scale>
        <p:origin x="196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5.fntdata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4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김병정" userId="e4337366-6372-4560-be6c-3741cc51a232" providerId="ADAL" clId="{2BAFAF59-8D4F-4C8E-A9A6-AC31CE546F9F}"/>
    <pc:docChg chg="undo redo custSel modSld">
      <pc:chgData name="김병정" userId="e4337366-6372-4560-be6c-3741cc51a232" providerId="ADAL" clId="{2BAFAF59-8D4F-4C8E-A9A6-AC31CE546F9F}" dt="2024-03-29T04:26:57.746" v="561" actId="1037"/>
      <pc:docMkLst>
        <pc:docMk/>
      </pc:docMkLst>
      <pc:sldChg chg="addSp delSp modSp mod">
        <pc:chgData name="김병정" userId="e4337366-6372-4560-be6c-3741cc51a232" providerId="ADAL" clId="{2BAFAF59-8D4F-4C8E-A9A6-AC31CE546F9F}" dt="2024-03-29T04:26:57.746" v="561" actId="1037"/>
        <pc:sldMkLst>
          <pc:docMk/>
          <pc:sldMk cId="3562892358" sldId="1041"/>
        </pc:sldMkLst>
        <pc:spChg chg="mod">
          <ac:chgData name="김병정" userId="e4337366-6372-4560-be6c-3741cc51a232" providerId="ADAL" clId="{2BAFAF59-8D4F-4C8E-A9A6-AC31CE546F9F}" dt="2024-03-29T04:00:12.589" v="87" actId="20577"/>
          <ac:spMkLst>
            <pc:docMk/>
            <pc:sldMk cId="3562892358" sldId="1041"/>
            <ac:spMk id="9" creationId="{B3A495D8-63E1-E64E-8926-E6B459ED47B1}"/>
          </ac:spMkLst>
        </pc:spChg>
        <pc:spChg chg="mod">
          <ac:chgData name="김병정" userId="e4337366-6372-4560-be6c-3741cc51a232" providerId="ADAL" clId="{2BAFAF59-8D4F-4C8E-A9A6-AC31CE546F9F}" dt="2024-03-29T04:26:06.646" v="527" actId="1076"/>
          <ac:spMkLst>
            <pc:docMk/>
            <pc:sldMk cId="3562892358" sldId="1041"/>
            <ac:spMk id="13" creationId="{80BAB48D-B9E2-5542-E62C-6F5E85F5013A}"/>
          </ac:spMkLst>
        </pc:spChg>
        <pc:spChg chg="mod">
          <ac:chgData name="김병정" userId="e4337366-6372-4560-be6c-3741cc51a232" providerId="ADAL" clId="{2BAFAF59-8D4F-4C8E-A9A6-AC31CE546F9F}" dt="2024-03-29T04:26:46.210" v="530" actId="1036"/>
          <ac:spMkLst>
            <pc:docMk/>
            <pc:sldMk cId="3562892358" sldId="1041"/>
            <ac:spMk id="29" creationId="{AD96557A-F7B6-E742-555F-2BE96328E546}"/>
          </ac:spMkLst>
        </pc:spChg>
        <pc:spChg chg="mod">
          <ac:chgData name="김병정" userId="e4337366-6372-4560-be6c-3741cc51a232" providerId="ADAL" clId="{2BAFAF59-8D4F-4C8E-A9A6-AC31CE546F9F}" dt="2024-03-29T04:22:39.539" v="424" actId="2711"/>
          <ac:spMkLst>
            <pc:docMk/>
            <pc:sldMk cId="3562892358" sldId="1041"/>
            <ac:spMk id="30" creationId="{90005B3B-A779-0D81-9AE4-CEE61CEBCCBD}"/>
          </ac:spMkLst>
        </pc:spChg>
        <pc:grpChg chg="mod">
          <ac:chgData name="김병정" userId="e4337366-6372-4560-be6c-3741cc51a232" providerId="ADAL" clId="{2BAFAF59-8D4F-4C8E-A9A6-AC31CE546F9F}" dt="2024-03-29T04:26:49.212" v="532" actId="1076"/>
          <ac:grpSpMkLst>
            <pc:docMk/>
            <pc:sldMk cId="3562892358" sldId="1041"/>
            <ac:grpSpMk id="26" creationId="{E1CDE5DB-FBEF-C559-8442-F754194DC3AE}"/>
          </ac:grpSpMkLst>
        </pc:grpChg>
        <pc:picChg chg="add mod">
          <ac:chgData name="김병정" userId="e4337366-6372-4560-be6c-3741cc51a232" providerId="ADAL" clId="{2BAFAF59-8D4F-4C8E-A9A6-AC31CE546F9F}" dt="2024-03-29T04:14:11.987" v="307"/>
          <ac:picMkLst>
            <pc:docMk/>
            <pc:sldMk cId="3562892358" sldId="1041"/>
            <ac:picMk id="2" creationId="{0116A093-7124-E141-A19B-C0469A42325D}"/>
          </ac:picMkLst>
        </pc:picChg>
        <pc:picChg chg="mod ord">
          <ac:chgData name="김병정" userId="e4337366-6372-4560-be6c-3741cc51a232" providerId="ADAL" clId="{2BAFAF59-8D4F-4C8E-A9A6-AC31CE546F9F}" dt="2024-03-29T04:26:57.746" v="561" actId="1037"/>
          <ac:picMkLst>
            <pc:docMk/>
            <pc:sldMk cId="3562892358" sldId="1041"/>
            <ac:picMk id="28" creationId="{2186FE1A-2505-89EF-F7D8-8A9FE8081152}"/>
          </ac:picMkLst>
        </pc:picChg>
        <pc:picChg chg="del">
          <ac:chgData name="김병정" userId="e4337366-6372-4560-be6c-3741cc51a232" providerId="ADAL" clId="{2BAFAF59-8D4F-4C8E-A9A6-AC31CE546F9F}" dt="2024-03-29T04:14:11.831" v="306" actId="478"/>
          <ac:picMkLst>
            <pc:docMk/>
            <pc:sldMk cId="3562892358" sldId="1041"/>
            <ac:picMk id="32" creationId="{2C2A86B5-A531-787E-534C-8488D5E07406}"/>
          </ac:picMkLst>
        </pc:picChg>
      </pc:sldChg>
      <pc:sldChg chg="addSp delSp modSp mod">
        <pc:chgData name="김병정" userId="e4337366-6372-4560-be6c-3741cc51a232" providerId="ADAL" clId="{2BAFAF59-8D4F-4C8E-A9A6-AC31CE546F9F}" dt="2024-03-29T04:24:45.765" v="526" actId="20577"/>
        <pc:sldMkLst>
          <pc:docMk/>
          <pc:sldMk cId="600892135" sldId="1042"/>
        </pc:sldMkLst>
        <pc:spChg chg="del mod">
          <ac:chgData name="김병정" userId="e4337366-6372-4560-be6c-3741cc51a232" providerId="ADAL" clId="{2BAFAF59-8D4F-4C8E-A9A6-AC31CE546F9F}" dt="2024-03-29T04:00:53.289" v="96" actId="21"/>
          <ac:spMkLst>
            <pc:docMk/>
            <pc:sldMk cId="600892135" sldId="1042"/>
            <ac:spMk id="2" creationId="{B5815846-BCED-3DF8-9BFE-9E8CF7B5F417}"/>
          </ac:spMkLst>
        </pc:spChg>
        <pc:spChg chg="mod topLvl">
          <ac:chgData name="김병정" userId="e4337366-6372-4560-be6c-3741cc51a232" providerId="ADAL" clId="{2BAFAF59-8D4F-4C8E-A9A6-AC31CE546F9F}" dt="2024-03-29T04:23:57.118" v="444" actId="1076"/>
          <ac:spMkLst>
            <pc:docMk/>
            <pc:sldMk cId="600892135" sldId="1042"/>
            <ac:spMk id="4" creationId="{30D9B164-B821-B953-8DEC-00A523FE8B7A}"/>
          </ac:spMkLst>
        </pc:spChg>
        <pc:spChg chg="del mod">
          <ac:chgData name="김병정" userId="e4337366-6372-4560-be6c-3741cc51a232" providerId="ADAL" clId="{2BAFAF59-8D4F-4C8E-A9A6-AC31CE546F9F}" dt="2024-03-29T03:58:21.187" v="11" actId="478"/>
          <ac:spMkLst>
            <pc:docMk/>
            <pc:sldMk cId="600892135" sldId="1042"/>
            <ac:spMk id="6" creationId="{D5524172-0EA5-49BD-B314-D216912E5B76}"/>
          </ac:spMkLst>
        </pc:spChg>
        <pc:spChg chg="mod">
          <ac:chgData name="김병정" userId="e4337366-6372-4560-be6c-3741cc51a232" providerId="ADAL" clId="{2BAFAF59-8D4F-4C8E-A9A6-AC31CE546F9F}" dt="2024-03-29T04:21:50.260" v="394" actId="2711"/>
          <ac:spMkLst>
            <pc:docMk/>
            <pc:sldMk cId="600892135" sldId="1042"/>
            <ac:spMk id="9" creationId="{B3A495D8-63E1-E64E-8926-E6B459ED47B1}"/>
          </ac:spMkLst>
        </pc:spChg>
        <pc:spChg chg="add mod">
          <ac:chgData name="김병정" userId="e4337366-6372-4560-be6c-3741cc51a232" providerId="ADAL" clId="{2BAFAF59-8D4F-4C8E-A9A6-AC31CE546F9F}" dt="2024-03-29T04:24:45.765" v="526" actId="20577"/>
          <ac:spMkLst>
            <pc:docMk/>
            <pc:sldMk cId="600892135" sldId="1042"/>
            <ac:spMk id="10" creationId="{B5815846-BCED-3DF8-9BFE-9E8CF7B5F417}"/>
          </ac:spMkLst>
        </pc:spChg>
        <pc:spChg chg="mod">
          <ac:chgData name="김병정" userId="e4337366-6372-4560-be6c-3741cc51a232" providerId="ADAL" clId="{2BAFAF59-8D4F-4C8E-A9A6-AC31CE546F9F}" dt="2024-03-29T04:03:05.766" v="135" actId="1076"/>
          <ac:spMkLst>
            <pc:docMk/>
            <pc:sldMk cId="600892135" sldId="1042"/>
            <ac:spMk id="13" creationId="{80BAB48D-B9E2-5542-E62C-6F5E85F5013A}"/>
          </ac:spMkLst>
        </pc:spChg>
        <pc:grpChg chg="add del mod">
          <ac:chgData name="김병정" userId="e4337366-6372-4560-be6c-3741cc51a232" providerId="ADAL" clId="{2BAFAF59-8D4F-4C8E-A9A6-AC31CE546F9F}" dt="2024-03-29T04:04:32.663" v="176" actId="165"/>
          <ac:grpSpMkLst>
            <pc:docMk/>
            <pc:sldMk cId="600892135" sldId="1042"/>
            <ac:grpSpMk id="5" creationId="{3F95F022-3357-4C02-A040-AB43EC548B9B}"/>
          </ac:grpSpMkLst>
        </pc:grpChg>
        <pc:grpChg chg="del mod topLvl">
          <ac:chgData name="김병정" userId="e4337366-6372-4560-be6c-3741cc51a232" providerId="ADAL" clId="{2BAFAF59-8D4F-4C8E-A9A6-AC31CE546F9F}" dt="2024-03-29T04:00:53.289" v="96" actId="21"/>
          <ac:grpSpMkLst>
            <pc:docMk/>
            <pc:sldMk cId="600892135" sldId="1042"/>
            <ac:grpSpMk id="7" creationId="{142EB9A9-6D56-9DEC-6F39-0C2537CF0386}"/>
          </ac:grpSpMkLst>
        </pc:grpChg>
        <pc:grpChg chg="del mod">
          <ac:chgData name="김병정" userId="e4337366-6372-4560-be6c-3741cc51a232" providerId="ADAL" clId="{2BAFAF59-8D4F-4C8E-A9A6-AC31CE546F9F}" dt="2024-03-29T03:59:04.721" v="28" actId="165"/>
          <ac:grpSpMkLst>
            <pc:docMk/>
            <pc:sldMk cId="600892135" sldId="1042"/>
            <ac:grpSpMk id="8" creationId="{8EDCE414-F024-3E1D-2CEF-2A6820FA6725}"/>
          </ac:grpSpMkLst>
        </pc:grpChg>
        <pc:grpChg chg="add mod">
          <ac:chgData name="김병정" userId="e4337366-6372-4560-be6c-3741cc51a232" providerId="ADAL" clId="{2BAFAF59-8D4F-4C8E-A9A6-AC31CE546F9F}" dt="2024-03-29T04:24:17.831" v="505" actId="1038"/>
          <ac:grpSpMkLst>
            <pc:docMk/>
            <pc:sldMk cId="600892135" sldId="1042"/>
            <ac:grpSpMk id="11" creationId="{A3F19FA3-4D9D-6574-1075-28607CC5DA13}"/>
          </ac:grpSpMkLst>
        </pc:grpChg>
        <pc:grpChg chg="mod">
          <ac:chgData name="김병정" userId="e4337366-6372-4560-be6c-3741cc51a232" providerId="ADAL" clId="{2BAFAF59-8D4F-4C8E-A9A6-AC31CE546F9F}" dt="2024-03-29T04:21:12.516" v="383" actId="1076"/>
          <ac:grpSpMkLst>
            <pc:docMk/>
            <pc:sldMk cId="600892135" sldId="1042"/>
            <ac:grpSpMk id="25" creationId="{23BA4336-2F4D-017F-59ED-78E3FF125F0E}"/>
          </ac:grpSpMkLst>
        </pc:grpChg>
        <pc:picChg chg="mod topLvl">
          <ac:chgData name="김병정" userId="e4337366-6372-4560-be6c-3741cc51a232" providerId="ADAL" clId="{2BAFAF59-8D4F-4C8E-A9A6-AC31CE546F9F}" dt="2024-03-29T04:24:38.779" v="517" actId="1035"/>
          <ac:picMkLst>
            <pc:docMk/>
            <pc:sldMk cId="600892135" sldId="1042"/>
            <ac:picMk id="28" creationId="{2186FE1A-2505-89EF-F7D8-8A9FE8081152}"/>
          </ac:picMkLst>
        </pc:picChg>
        <pc:picChg chg="add del mod modCrop">
          <ac:chgData name="김병정" userId="e4337366-6372-4560-be6c-3741cc51a232" providerId="ADAL" clId="{2BAFAF59-8D4F-4C8E-A9A6-AC31CE546F9F}" dt="2024-03-29T04:14:04.759" v="305" actId="1037"/>
          <ac:picMkLst>
            <pc:docMk/>
            <pc:sldMk cId="600892135" sldId="1042"/>
            <ac:picMk id="32" creationId="{2C2A86B5-A531-787E-534C-8488D5E0740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769EAB8-1343-1D41-977D-803D73EF9D9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B7BC0A-3636-5041-9440-D182D1211C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21ED9D42-4783-9641-88FE-B3A2FCD803BA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C71372-820F-C64A-9897-ABC9EC1FD5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0D5E0A-5C7B-6649-A57B-89645C0AC5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E35B69BE-B255-B841-877E-D2B25C506B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946914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C22CBF6F-BEFD-4589-BA00-1F5BC5E04C85}" type="datetimeFigureOut">
              <a:rPr lang="en-US" smtClean="0"/>
              <a:t>7/1/2025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848E9137-DE38-4570-B44D-992D53A4E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7535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479425" y="1279525"/>
            <a:ext cx="6140450" cy="34544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8E9137-DE38-4570-B44D-992D53A4E2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1206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7" y="387989"/>
            <a:ext cx="11029616" cy="656795"/>
          </a:xfrm>
        </p:spPr>
        <p:txBody>
          <a:bodyPr>
            <a:noAutofit/>
          </a:bodyPr>
          <a:lstStyle>
            <a:lvl1pPr>
              <a:defRPr sz="3600" b="1" cap="none">
                <a:solidFill>
                  <a:schemeClr val="tx1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1192" y="1439786"/>
            <a:ext cx="11029615" cy="5043404"/>
          </a:xfrm>
        </p:spPr>
        <p:txBody>
          <a:bodyPr>
            <a:normAutofit/>
          </a:bodyPr>
          <a:lstStyle>
            <a:lvl1pPr marL="222250" indent="-180975" latinLnBrk="0">
              <a:lnSpc>
                <a:spcPct val="120000"/>
              </a:lnSpc>
              <a:buClrTx/>
              <a:buSzPct val="108000"/>
              <a:buFont typeface="Arial" panose="020B0604020202020204" pitchFamily="34" charset="0"/>
              <a:buChar char="•"/>
              <a:tabLst>
                <a:tab pos="41275" algn="l"/>
              </a:tabLst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1pPr>
            <a:lvl2pPr marL="454025" indent="-192088" latinLnBrk="0">
              <a:lnSpc>
                <a:spcPct val="120000"/>
              </a:lnSpc>
              <a:buClrTx/>
              <a:buSzPct val="108000"/>
              <a:buFont typeface="Arial" panose="020B0604020202020204" pitchFamily="34" charset="0"/>
              <a:buChar char="•"/>
              <a:tabLst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2pPr>
            <a:lvl3pPr marL="627063" indent="-142875" latinLnBrk="0">
              <a:lnSpc>
                <a:spcPct val="120000"/>
              </a:lnSpc>
              <a:buClrTx/>
              <a:buSzPct val="108000"/>
              <a:buFont typeface="Arial" panose="020B0604020202020204" pitchFamily="34" charset="0"/>
              <a:buChar char="•"/>
              <a:tabLst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3pPr>
            <a:lvl4pPr marL="854075" indent="-158750" latinLnBrk="0">
              <a:lnSpc>
                <a:spcPct val="120000"/>
              </a:lnSpc>
              <a:buClrTx/>
              <a:buSzPct val="108000"/>
              <a:buFont typeface="Arial" panose="020B0604020202020204" pitchFamily="34" charset="0"/>
              <a:buChar char="•"/>
              <a:tabLst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4pPr>
            <a:lvl5pPr marL="1162050" indent="-163513" latinLnBrk="0">
              <a:lnSpc>
                <a:spcPct val="120000"/>
              </a:lnSpc>
              <a:buClrTx/>
              <a:buSzPct val="108000"/>
              <a:buFont typeface="Arial" panose="020B0604020202020204" pitchFamily="34" charset="0"/>
              <a:buChar char="•"/>
              <a:tabLst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5pPr>
          </a:lstStyle>
          <a:p>
            <a:pPr lvl="0"/>
            <a:r>
              <a:rPr lang="en-US" altLang="ko-KR" dirty="0"/>
              <a:t>Edit Master text styles</a:t>
            </a:r>
          </a:p>
          <a:p>
            <a:pPr lvl="1"/>
            <a:r>
              <a:rPr lang="en-US" altLang="ko-KR" dirty="0"/>
              <a:t>Second level</a:t>
            </a:r>
          </a:p>
          <a:p>
            <a:pPr lvl="2"/>
            <a:r>
              <a:rPr lang="en-US" altLang="ko-KR" dirty="0"/>
              <a:t>Third level</a:t>
            </a:r>
          </a:p>
          <a:p>
            <a:pPr lvl="3"/>
            <a:r>
              <a:rPr lang="en-US" altLang="ko-KR" dirty="0"/>
              <a:t>Fourth level</a:t>
            </a:r>
          </a:p>
          <a:p>
            <a:pPr lvl="4"/>
            <a:r>
              <a:rPr lang="en-US" altLang="ko-KR" dirty="0"/>
              <a:t>Fifth level</a:t>
            </a:r>
            <a:endParaRPr 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273A38-7E49-4336-9BE3-C1D4585BF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4" name="Google Shape;101;p14">
            <a:extLst>
              <a:ext uri="{FF2B5EF4-FFF2-40B4-BE49-F238E27FC236}">
                <a16:creationId xmlns:a16="http://schemas.microsoft.com/office/drawing/2014/main" id="{DEA923F3-A774-ED3F-7B4E-0A718D85F6DF}"/>
              </a:ext>
            </a:extLst>
          </p:cNvPr>
          <p:cNvCxnSpPr>
            <a:cxnSpLocks/>
          </p:cNvCxnSpPr>
          <p:nvPr userDrawn="1"/>
        </p:nvCxnSpPr>
        <p:spPr>
          <a:xfrm>
            <a:off x="3401918" y="6649436"/>
            <a:ext cx="8208889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" name="Google Shape;103;p14">
            <a:extLst>
              <a:ext uri="{FF2B5EF4-FFF2-40B4-BE49-F238E27FC236}">
                <a16:creationId xmlns:a16="http://schemas.microsoft.com/office/drawing/2014/main" id="{3AE796E2-74B9-7DC6-60E4-C7CEDD1F83BC}"/>
              </a:ext>
            </a:extLst>
          </p:cNvPr>
          <p:cNvSpPr txBox="1"/>
          <p:nvPr userDrawn="1"/>
        </p:nvSpPr>
        <p:spPr>
          <a:xfrm>
            <a:off x="291529" y="6543536"/>
            <a:ext cx="3110467" cy="23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100" b="1" dirty="0">
                <a:solidFill>
                  <a:srgbClr val="A5A5A5"/>
                </a:solidFill>
              </a:rPr>
              <a:t>Language Intelligence Lab</a:t>
            </a:r>
            <a:r>
              <a:rPr lang="en-US" sz="1100" dirty="0">
                <a:solidFill>
                  <a:srgbClr val="A5A5A5"/>
                </a:solidFill>
              </a:rPr>
              <a:t>, Chung-Ang University</a:t>
            </a:r>
            <a:endParaRPr sz="1100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4929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7" y="507620"/>
            <a:ext cx="11029616" cy="609980"/>
          </a:xfrm>
        </p:spPr>
        <p:txBody>
          <a:bodyPr>
            <a:noAutofit/>
          </a:bodyPr>
          <a:lstStyle>
            <a:lvl1pPr>
              <a:defRPr sz="3600" b="1" cap="none">
                <a:solidFill>
                  <a:schemeClr val="tx1"/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81198" y="1557875"/>
            <a:ext cx="11029615" cy="3526971"/>
          </a:xfrm>
        </p:spPr>
        <p:txBody>
          <a:bodyPr>
            <a:normAutofit/>
          </a:bodyPr>
          <a:lstStyle>
            <a:lvl1pPr marL="317500" indent="-276225" latinLnBrk="0">
              <a:lnSpc>
                <a:spcPct val="120000"/>
              </a:lnSpc>
              <a:buClrTx/>
              <a:buSzPct val="108000"/>
              <a:buFont typeface="Arial" panose="020B0604020202020204" pitchFamily="34" charset="0"/>
              <a:buChar char="•"/>
              <a:tabLst/>
              <a:defRPr sz="24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1pPr>
            <a:lvl2pPr marL="454025" indent="-192088" latinLnBrk="0">
              <a:lnSpc>
                <a:spcPct val="120000"/>
              </a:lnSpc>
              <a:buClrTx/>
              <a:buSzPct val="108000"/>
              <a:buFont typeface="Arial" panose="020B0604020202020204" pitchFamily="34" charset="0"/>
              <a:buChar char="•"/>
              <a:tabLst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2pPr>
            <a:lvl3pPr marL="627063" indent="-142875">
              <a:lnSpc>
                <a:spcPct val="120000"/>
              </a:lnSpc>
              <a:buClrTx/>
              <a:buSzPct val="108000"/>
              <a:buFont typeface="Arial" panose="020B0604020202020204" pitchFamily="34" charset="0"/>
              <a:buChar char="•"/>
              <a:tabLst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3pPr>
            <a:lvl4pPr marL="854075" indent="-158750">
              <a:lnSpc>
                <a:spcPct val="120000"/>
              </a:lnSpc>
              <a:buClrTx/>
              <a:buSzPct val="108000"/>
              <a:buFont typeface="Arial" panose="020B0604020202020204" pitchFamily="34" charset="0"/>
              <a:buChar char="•"/>
              <a:tabLst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4pPr>
            <a:lvl5pPr marL="1162050" indent="-163513">
              <a:lnSpc>
                <a:spcPct val="120000"/>
              </a:lnSpc>
              <a:buClrTx/>
              <a:buSzPct val="108000"/>
              <a:buFont typeface="Arial" panose="020B0604020202020204" pitchFamily="34" charset="0"/>
              <a:buChar char="•"/>
              <a:tabLst/>
              <a:defRPr sz="18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나눔고딕" panose="020D0604000000000000" pitchFamily="50" charset="-127"/>
                <a:cs typeface="Calibri" panose="020F0502020204030204" pitchFamily="34" charset="0"/>
              </a:defRPr>
            </a:lvl5pPr>
          </a:lstStyle>
          <a:p>
            <a:pPr lvl="0"/>
            <a:r>
              <a:rPr lang="en-US" altLang="ko-KR" dirty="0"/>
              <a:t>Edit Master text styles</a:t>
            </a:r>
          </a:p>
          <a:p>
            <a:pPr lvl="1"/>
            <a:r>
              <a:rPr lang="en-US" altLang="ko-KR" dirty="0"/>
              <a:t>2nd level</a:t>
            </a:r>
          </a:p>
        </p:txBody>
      </p:sp>
      <p:cxnSp>
        <p:nvCxnSpPr>
          <p:cNvPr id="4" name="Google Shape;101;p14">
            <a:extLst>
              <a:ext uri="{FF2B5EF4-FFF2-40B4-BE49-F238E27FC236}">
                <a16:creationId xmlns:a16="http://schemas.microsoft.com/office/drawing/2014/main" id="{CB6F7B38-0859-9BA6-2A6F-94DE4C21B92A}"/>
              </a:ext>
            </a:extLst>
          </p:cNvPr>
          <p:cNvCxnSpPr>
            <a:cxnSpLocks/>
          </p:cNvCxnSpPr>
          <p:nvPr userDrawn="1"/>
        </p:nvCxnSpPr>
        <p:spPr>
          <a:xfrm>
            <a:off x="3401918" y="6649436"/>
            <a:ext cx="8208889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103;p14">
            <a:extLst>
              <a:ext uri="{FF2B5EF4-FFF2-40B4-BE49-F238E27FC236}">
                <a16:creationId xmlns:a16="http://schemas.microsoft.com/office/drawing/2014/main" id="{3330D2D7-E7E8-4587-0759-BF79C7486435}"/>
              </a:ext>
            </a:extLst>
          </p:cNvPr>
          <p:cNvSpPr txBox="1"/>
          <p:nvPr userDrawn="1"/>
        </p:nvSpPr>
        <p:spPr>
          <a:xfrm>
            <a:off x="291529" y="6543536"/>
            <a:ext cx="3110467" cy="23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100" b="1" dirty="0">
                <a:solidFill>
                  <a:srgbClr val="A5A5A5"/>
                </a:solidFill>
              </a:rPr>
              <a:t>Language Intelligence Lab</a:t>
            </a:r>
            <a:r>
              <a:rPr lang="en-US" sz="1100" dirty="0">
                <a:solidFill>
                  <a:srgbClr val="A5A5A5"/>
                </a:solidFill>
              </a:rPr>
              <a:t>, Chung-Ang University</a:t>
            </a:r>
            <a:endParaRPr sz="1100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5278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Google Shape;101;p14">
            <a:extLst>
              <a:ext uri="{FF2B5EF4-FFF2-40B4-BE49-F238E27FC236}">
                <a16:creationId xmlns:a16="http://schemas.microsoft.com/office/drawing/2014/main" id="{94B01230-6DDC-7F0D-962C-CB7820DFC13C}"/>
              </a:ext>
            </a:extLst>
          </p:cNvPr>
          <p:cNvCxnSpPr>
            <a:cxnSpLocks/>
          </p:cNvCxnSpPr>
          <p:nvPr userDrawn="1"/>
        </p:nvCxnSpPr>
        <p:spPr>
          <a:xfrm>
            <a:off x="3401918" y="6649436"/>
            <a:ext cx="8208889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Google Shape;103;p14">
            <a:extLst>
              <a:ext uri="{FF2B5EF4-FFF2-40B4-BE49-F238E27FC236}">
                <a16:creationId xmlns:a16="http://schemas.microsoft.com/office/drawing/2014/main" id="{9E0922BD-BEA8-0085-04AB-16BD94CACB06}"/>
              </a:ext>
            </a:extLst>
          </p:cNvPr>
          <p:cNvSpPr txBox="1"/>
          <p:nvPr userDrawn="1"/>
        </p:nvSpPr>
        <p:spPr>
          <a:xfrm>
            <a:off x="291529" y="6543536"/>
            <a:ext cx="3110467" cy="23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100" b="1" dirty="0">
                <a:solidFill>
                  <a:srgbClr val="A5A5A5"/>
                </a:solidFill>
              </a:rPr>
              <a:t>Language Intelligence Lab</a:t>
            </a:r>
            <a:r>
              <a:rPr lang="en-US" sz="1100" dirty="0">
                <a:solidFill>
                  <a:srgbClr val="A5A5A5"/>
                </a:solidFill>
              </a:rPr>
              <a:t>, Chung-Ang University</a:t>
            </a:r>
            <a:endParaRPr sz="1100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55967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9224" y="2218768"/>
            <a:ext cx="10993549" cy="1264020"/>
          </a:xfrm>
          <a:effectLst/>
        </p:spPr>
        <p:txBody>
          <a:bodyPr anchor="b">
            <a:normAutofit/>
          </a:bodyPr>
          <a:lstStyle>
            <a:lvl1pPr algn="ctr">
              <a:defRPr sz="3200" b="1" cap="none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1A9F0C-E8D2-934D-83AC-AE9559E8B8A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49987" y="4146534"/>
            <a:ext cx="7692027" cy="1005838"/>
          </a:xfrm>
        </p:spPr>
        <p:txBody>
          <a:bodyPr anchor="t">
            <a:normAutofit/>
          </a:bodyPr>
          <a:lstStyle>
            <a:lvl1pPr marL="0" indent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Subtitle</a:t>
            </a:r>
          </a:p>
        </p:txBody>
      </p:sp>
      <p:graphicFrame>
        <p:nvGraphicFramePr>
          <p:cNvPr id="24" name="Table 23">
            <a:extLst>
              <a:ext uri="{FF2B5EF4-FFF2-40B4-BE49-F238E27FC236}">
                <a16:creationId xmlns:a16="http://schemas.microsoft.com/office/drawing/2014/main" id="{555A0568-CDD8-D54A-BDD3-D20D1067CA5B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454632899"/>
              </p:ext>
            </p:extLst>
          </p:nvPr>
        </p:nvGraphicFramePr>
        <p:xfrm>
          <a:off x="8552330" y="6335963"/>
          <a:ext cx="3496236" cy="40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36589">
                  <a:extLst>
                    <a:ext uri="{9D8B030D-6E8A-4147-A177-3AD203B41FA5}">
                      <a16:colId xmlns:a16="http://schemas.microsoft.com/office/drawing/2014/main" val="3592418452"/>
                    </a:ext>
                  </a:extLst>
                </a:gridCol>
                <a:gridCol w="1359647">
                  <a:extLst>
                    <a:ext uri="{9D8B030D-6E8A-4147-A177-3AD203B41FA5}">
                      <a16:colId xmlns:a16="http://schemas.microsoft.com/office/drawing/2014/main" val="718893289"/>
                    </a:ext>
                  </a:extLst>
                </a:gridCol>
              </a:tblGrid>
              <a:tr h="201600">
                <a:tc>
                  <a:txBody>
                    <a:bodyPr/>
                    <a:lstStyle/>
                    <a:p>
                      <a:pPr algn="l"/>
                      <a:endParaRPr lang="en-US" sz="1300" b="0"/>
                    </a:p>
                  </a:txBody>
                  <a:tcPr marL="96000" marR="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300" b="0"/>
                    </a:p>
                  </a:txBody>
                  <a:tcPr marL="0" marR="96000" marT="0" marB="0" anchor="ctr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8467121"/>
                  </a:ext>
                </a:extLst>
              </a:tr>
              <a:tr h="201600">
                <a:tc>
                  <a:txBody>
                    <a:bodyPr/>
                    <a:lstStyle/>
                    <a:p>
                      <a:pPr algn="l"/>
                      <a:endParaRPr lang="en-US" sz="1300" b="0"/>
                    </a:p>
                  </a:txBody>
                  <a:tcPr marL="9600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endParaRPr lang="en-US" sz="1300" b="0"/>
                    </a:p>
                  </a:txBody>
                  <a:tcPr marL="0" marR="9600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9372620"/>
                  </a:ext>
                </a:extLst>
              </a:tr>
            </a:tbl>
          </a:graphicData>
        </a:graphic>
      </p:graphicFrame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0D891CE-58B3-0652-FA8E-82E5C2F2DE12}"/>
              </a:ext>
            </a:extLst>
          </p:cNvPr>
          <p:cNvSpPr txBox="1">
            <a:spLocks/>
          </p:cNvSpPr>
          <p:nvPr userDrawn="1"/>
        </p:nvSpPr>
        <p:spPr>
          <a:xfrm>
            <a:off x="10795692" y="6562781"/>
            <a:ext cx="1273537" cy="19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20B834-0F35-42B9-BAE3-B2BC7E0EE874}" type="slidenum">
              <a:rPr lang="en-US" sz="1100" smtClean="0"/>
              <a:pPr/>
              <a:t>‹#›</a:t>
            </a:fld>
            <a:endParaRPr lang="en-US" sz="1100"/>
          </a:p>
        </p:txBody>
      </p:sp>
      <p:cxnSp>
        <p:nvCxnSpPr>
          <p:cNvPr id="4" name="Google Shape;101;p14">
            <a:extLst>
              <a:ext uri="{FF2B5EF4-FFF2-40B4-BE49-F238E27FC236}">
                <a16:creationId xmlns:a16="http://schemas.microsoft.com/office/drawing/2014/main" id="{E89068E7-880A-BA03-7AD8-042B7123F3EC}"/>
              </a:ext>
            </a:extLst>
          </p:cNvPr>
          <p:cNvCxnSpPr>
            <a:cxnSpLocks/>
          </p:cNvCxnSpPr>
          <p:nvPr userDrawn="1"/>
        </p:nvCxnSpPr>
        <p:spPr>
          <a:xfrm>
            <a:off x="3401918" y="6649436"/>
            <a:ext cx="8208889" cy="0"/>
          </a:xfrm>
          <a:prstGeom prst="straightConnector1">
            <a:avLst/>
          </a:prstGeom>
          <a:noFill/>
          <a:ln w="1270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" name="Google Shape;103;p14">
            <a:extLst>
              <a:ext uri="{FF2B5EF4-FFF2-40B4-BE49-F238E27FC236}">
                <a16:creationId xmlns:a16="http://schemas.microsoft.com/office/drawing/2014/main" id="{623BA720-77E7-9966-C4F4-6B004D526FB2}"/>
              </a:ext>
            </a:extLst>
          </p:cNvPr>
          <p:cNvSpPr txBox="1"/>
          <p:nvPr userDrawn="1"/>
        </p:nvSpPr>
        <p:spPr>
          <a:xfrm>
            <a:off x="291529" y="6543536"/>
            <a:ext cx="3110467" cy="2384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r>
              <a:rPr lang="en-US" sz="1100" b="1" dirty="0">
                <a:solidFill>
                  <a:srgbClr val="A5A5A5"/>
                </a:solidFill>
              </a:rPr>
              <a:t>Language Intelligence Lab</a:t>
            </a:r>
            <a:r>
              <a:rPr lang="en-US" sz="1100" dirty="0">
                <a:solidFill>
                  <a:srgbClr val="A5A5A5"/>
                </a:solidFill>
              </a:rPr>
              <a:t>, Chung-Ang University</a:t>
            </a:r>
            <a:endParaRPr sz="1100" dirty="0">
              <a:solidFill>
                <a:srgbClr val="A5A5A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1419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7" y="5956145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3" y="5951819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8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5" y="5956145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80">
                <a:solidFill>
                  <a:schemeClr val="accent2"/>
                </a:solidFill>
              </a:defRPr>
            </a:lvl1pPr>
          </a:lstStyle>
          <a:p>
            <a:fld id="{D920B834-0F35-42B9-BAE3-B2BC7E0EE874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EA1A00A-1F67-3B4D-9320-FE732995DDC9}"/>
              </a:ext>
            </a:extLst>
          </p:cNvPr>
          <p:cNvSpPr txBox="1">
            <a:spLocks/>
          </p:cNvSpPr>
          <p:nvPr userDrawn="1"/>
        </p:nvSpPr>
        <p:spPr>
          <a:xfrm>
            <a:off x="10795692" y="6562781"/>
            <a:ext cx="1273537" cy="1923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400" kern="120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pitchFamily="34" charset="0"/>
                <a:ea typeface="맑은 고딕" panose="020B0503020000020004" pitchFamily="50" charset="-127"/>
                <a:cs typeface="Calibri" panose="020F0502020204030204" pitchFamily="34" charset="0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920B834-0F35-42B9-BAE3-B2BC7E0EE874}" type="slidenum">
              <a:rPr lang="en-US" sz="1100" smtClean="0"/>
              <a:pPr/>
              <a:t>‹#›</a:t>
            </a:fld>
            <a:endParaRPr lang="en-US" sz="1100"/>
          </a:p>
        </p:txBody>
      </p:sp>
    </p:spTree>
    <p:extLst>
      <p:ext uri="{BB962C8B-B14F-4D97-AF65-F5344CB8AC3E}">
        <p14:creationId xmlns:p14="http://schemas.microsoft.com/office/powerpoint/2010/main" val="3598614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</p:sldLayoutIdLst>
  <p:hf hdr="0" ftr="0" dt="0"/>
  <p:txStyles>
    <p:titleStyle>
      <a:lvl1pPr algn="l" defTabSz="192881" rtl="0" eaLnBrk="1" latinLnBrk="1" hangingPunct="1">
        <a:spcBef>
          <a:spcPct val="0"/>
        </a:spcBef>
        <a:buNone/>
        <a:defRPr sz="1800" b="0" kern="1200" cap="all">
          <a:solidFill>
            <a:schemeClr val="bg1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129094" indent="-129094" algn="l" defTabSz="192881" rtl="0" eaLnBrk="1" latinLnBrk="1" hangingPunct="1">
        <a:spcBef>
          <a:spcPct val="20000"/>
        </a:spcBef>
        <a:spcAft>
          <a:spcPts val="254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265781" indent="-129094" algn="l" defTabSz="192881" rtl="0" eaLnBrk="1" latinLnBrk="1" hangingPunct="1">
        <a:spcBef>
          <a:spcPct val="20000"/>
        </a:spcBef>
        <a:spcAft>
          <a:spcPts val="254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379688" indent="-113906" algn="l" defTabSz="192881" rtl="0" eaLnBrk="1" latinLnBrk="1" hangingPunct="1">
        <a:spcBef>
          <a:spcPct val="20000"/>
        </a:spcBef>
        <a:spcAft>
          <a:spcPts val="254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523969" indent="-98719" algn="l" defTabSz="192881" rtl="0" eaLnBrk="1" latinLnBrk="1" hangingPunct="1">
        <a:spcBef>
          <a:spcPct val="20000"/>
        </a:spcBef>
        <a:spcAft>
          <a:spcPts val="254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675844" indent="-98719" algn="l" defTabSz="192881" rtl="0" eaLnBrk="1" latinLnBrk="1" hangingPunct="1">
        <a:spcBef>
          <a:spcPct val="20000"/>
        </a:spcBef>
        <a:spcAft>
          <a:spcPts val="254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801563" indent="-96441" algn="l" defTabSz="192881" rtl="0" eaLnBrk="1" latinLnBrk="1" hangingPunct="1">
        <a:spcBef>
          <a:spcPct val="20000"/>
        </a:spcBef>
        <a:spcAft>
          <a:spcPts val="254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506" kern="1200">
          <a:solidFill>
            <a:schemeClr val="tx2"/>
          </a:solidFill>
          <a:latin typeface="+mn-lt"/>
          <a:ea typeface="+mn-ea"/>
          <a:cs typeface="+mn-cs"/>
        </a:defRPr>
      </a:lvl6pPr>
      <a:lvl7pPr marL="928125" indent="-96441" algn="l" defTabSz="192881" rtl="0" eaLnBrk="1" latinLnBrk="1" hangingPunct="1">
        <a:spcBef>
          <a:spcPct val="20000"/>
        </a:spcBef>
        <a:spcAft>
          <a:spcPts val="254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506" kern="1200">
          <a:solidFill>
            <a:schemeClr val="tx2"/>
          </a:solidFill>
          <a:latin typeface="+mn-lt"/>
          <a:ea typeface="+mn-ea"/>
          <a:cs typeface="+mn-cs"/>
        </a:defRPr>
      </a:lvl7pPr>
      <a:lvl8pPr marL="1054688" indent="-96441" algn="l" defTabSz="192881" rtl="0" eaLnBrk="1" latinLnBrk="1" hangingPunct="1">
        <a:spcBef>
          <a:spcPct val="20000"/>
        </a:spcBef>
        <a:spcAft>
          <a:spcPts val="254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506" kern="1200">
          <a:solidFill>
            <a:schemeClr val="tx2"/>
          </a:solidFill>
          <a:latin typeface="+mn-lt"/>
          <a:ea typeface="+mn-ea"/>
          <a:cs typeface="+mn-cs"/>
        </a:defRPr>
      </a:lvl8pPr>
      <a:lvl9pPr marL="1181250" indent="-96441" algn="l" defTabSz="192881" rtl="0" eaLnBrk="1" latinLnBrk="1" hangingPunct="1">
        <a:spcBef>
          <a:spcPct val="20000"/>
        </a:spcBef>
        <a:spcAft>
          <a:spcPts val="254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506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92881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1pPr>
      <a:lvl2pPr marL="192881" algn="l" defTabSz="192881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2pPr>
      <a:lvl3pPr marL="385763" algn="l" defTabSz="192881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3pPr>
      <a:lvl4pPr marL="578644" algn="l" defTabSz="192881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4pPr>
      <a:lvl5pPr marL="771525" algn="l" defTabSz="192881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5pPr>
      <a:lvl6pPr marL="964406" algn="l" defTabSz="192881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6pPr>
      <a:lvl7pPr marL="1157288" algn="l" defTabSz="192881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7pPr>
      <a:lvl8pPr marL="1350169" algn="l" defTabSz="192881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8pPr>
      <a:lvl9pPr marL="1543050" algn="l" defTabSz="192881" rtl="0" eaLnBrk="1" latinLnBrk="1" hangingPunct="1">
        <a:defRPr sz="7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pdf/2407.01463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3A495D8-63E1-E64E-8926-E6B459ED47B1}"/>
              </a:ext>
            </a:extLst>
          </p:cNvPr>
          <p:cNvSpPr txBox="1">
            <a:spLocks/>
          </p:cNvSpPr>
          <p:nvPr/>
        </p:nvSpPr>
        <p:spPr>
          <a:xfrm>
            <a:off x="555942" y="1552798"/>
            <a:ext cx="11080115" cy="624205"/>
          </a:xfrm>
          <a:prstGeom prst="rect">
            <a:avLst/>
          </a:prstGeom>
          <a:effectLst/>
        </p:spPr>
        <p:txBody>
          <a:bodyPr vert="horz" wrap="square" lIns="91440" tIns="45720" rIns="91440" bIns="45720" numCol="1" anchor="b">
            <a:noAutofit/>
          </a:bodyPr>
          <a:lstStyle>
            <a:lvl1pPr marL="0" indent="0" algn="ctr" defTabSz="193040" rtl="0" eaLnBrk="1" latinLnBrk="1" hangingPunct="1">
              <a:spcBef>
                <a:spcPct val="0"/>
              </a:spcBef>
              <a:buFontTx/>
              <a:buNone/>
              <a:defRPr lang="en-GB" altLang="en-US" sz="3200" b="1" cap="none">
                <a:solidFill>
                  <a:schemeClr val="tx1"/>
                </a:solidFill>
                <a:latin typeface="Arial" charset="0"/>
                <a:ea typeface="+mj-ea"/>
                <a:cs typeface="Arial" charset="0"/>
              </a:defRPr>
            </a:lvl1pPr>
            <a:lvl2pPr marL="0" lvl="1" indent="0" eaLnBrk="1" latinLnBrk="1" hangingPunct="1">
              <a:buFontTx/>
              <a:buNone/>
              <a:defRPr lang="en-GB" altLang="en-US">
                <a:solidFill>
                  <a:schemeClr val="tx2"/>
                </a:solidFill>
              </a:defRPr>
            </a:lvl2pPr>
            <a:lvl3pPr marL="0" lvl="2" indent="0" eaLnBrk="1" latinLnBrk="1" hangingPunct="1">
              <a:buFontTx/>
              <a:buNone/>
              <a:defRPr lang="en-GB" altLang="en-US">
                <a:solidFill>
                  <a:schemeClr val="tx2"/>
                </a:solidFill>
              </a:defRPr>
            </a:lvl3pPr>
            <a:lvl4pPr marL="0" lvl="3" indent="0" eaLnBrk="1" latinLnBrk="1" hangingPunct="1">
              <a:buFontTx/>
              <a:buNone/>
              <a:defRPr lang="en-GB" altLang="en-US">
                <a:solidFill>
                  <a:schemeClr val="tx2"/>
                </a:solidFill>
              </a:defRPr>
            </a:lvl4pPr>
            <a:lvl5pPr marL="0" lvl="4" indent="0" eaLnBrk="1" latinLnBrk="1" hangingPunct="1">
              <a:buFontTx/>
              <a:buNone/>
              <a:defRPr lang="en-GB" altLang="en-US">
                <a:solidFill>
                  <a:schemeClr val="tx2"/>
                </a:solidFill>
              </a:defRPr>
            </a:lvl5pPr>
            <a:lvl6pPr marL="0" lvl="5" indent="0" eaLnBrk="1" latinLnBrk="1" hangingPunct="1">
              <a:buFontTx/>
              <a:buNone/>
              <a:defRPr lang="en-GB" altLang="en-US">
                <a:solidFill>
                  <a:schemeClr val="tx2"/>
                </a:solidFill>
              </a:defRPr>
            </a:lvl6pPr>
            <a:lvl7pPr marL="0" lvl="6" indent="0" eaLnBrk="1" latinLnBrk="1" hangingPunct="1">
              <a:buFontTx/>
              <a:buNone/>
              <a:defRPr lang="en-GB" altLang="en-US">
                <a:solidFill>
                  <a:schemeClr val="tx2"/>
                </a:solidFill>
              </a:defRPr>
            </a:lvl7pPr>
            <a:lvl8pPr marL="0" lvl="7" indent="0" eaLnBrk="1" latinLnBrk="1" hangingPunct="1">
              <a:buFontTx/>
              <a:buNone/>
              <a:defRPr lang="en-GB" altLang="en-US">
                <a:solidFill>
                  <a:schemeClr val="tx2"/>
                </a:solidFill>
              </a:defRPr>
            </a:lvl8pPr>
            <a:lvl9pPr marL="0" lvl="8" indent="0" eaLnBrk="1" latinLnBrk="1" hangingPunct="1">
              <a:buFontTx/>
              <a:buNone/>
              <a:defRPr lang="en-GB" altLang="en-US">
                <a:solidFill>
                  <a:schemeClr val="tx2"/>
                </a:solidFill>
              </a:defRPr>
            </a:lvl9pPr>
          </a:lstStyle>
          <a:p>
            <a:pPr latinLnBrk="0"/>
            <a:r>
              <a:rPr lang="en-US" altLang="ko-KR" sz="2800" dirty="0">
                <a:latin typeface="Helvetica" panose="020B0604020202020204" pitchFamily="34" charset="0"/>
                <a:ea typeface="Calibri" charset="0"/>
                <a:cs typeface="Helvetica" panose="020B0604020202020204" pitchFamily="34" charset="0"/>
              </a:rPr>
              <a:t>Investigating Language Preference of Multilingual RAG Systems</a:t>
            </a:r>
            <a:endParaRPr lang="ko-KR" altLang="en-US" sz="2800" dirty="0">
              <a:latin typeface="Helvetica" panose="020B0604020202020204" pitchFamily="34" charset="0"/>
              <a:ea typeface="Calibri" charset="0"/>
              <a:cs typeface="Helvetica" panose="020B0604020202020204" pitchFamily="34" charset="0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3F19FA3-4D9D-6574-1075-28607CC5DA13}"/>
              </a:ext>
            </a:extLst>
          </p:cNvPr>
          <p:cNvGrpSpPr/>
          <p:nvPr/>
        </p:nvGrpSpPr>
        <p:grpSpPr>
          <a:xfrm>
            <a:off x="1815121" y="3731652"/>
            <a:ext cx="2484646" cy="1423966"/>
            <a:chOff x="5641314" y="4679512"/>
            <a:chExt cx="2057670" cy="1047107"/>
          </a:xfrm>
        </p:grpSpPr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30D9B164-B821-B953-8DEC-00A523FE8B7A}"/>
                </a:ext>
              </a:extLst>
            </p:cNvPr>
            <p:cNvSpPr txBox="1">
              <a:spLocks/>
            </p:cNvSpPr>
            <p:nvPr/>
          </p:nvSpPr>
          <p:spPr>
            <a:xfrm>
              <a:off x="5663391" y="5025021"/>
              <a:ext cx="1815699" cy="701598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atinLnBrk="0"/>
              <a:r>
                <a:rPr lang="en-US" altLang="ko-KR" sz="1400" dirty="0">
                  <a:latin typeface="Helvetica" panose="020B0604020202020204" pitchFamily="34" charset="0"/>
                  <a:ea typeface="Noto Sans" panose="020B0502040504020204" pitchFamily="34" charset="0"/>
                  <a:cs typeface="Helvetica" panose="020B0604020202020204" pitchFamily="34" charset="0"/>
                </a:rPr>
                <a:t>LILAB</a:t>
              </a:r>
            </a:p>
            <a:p>
              <a:pPr marL="0" indent="0" latinLnBrk="0">
                <a:buFontTx/>
                <a:buNone/>
              </a:pPr>
              <a:r>
                <a:rPr lang="en-US" altLang="ko-KR" sz="1400" dirty="0">
                  <a:latin typeface="Helvetica" panose="020B0604020202020204" pitchFamily="34" charset="0"/>
                  <a:ea typeface="Noto Sans" panose="020B0502040504020204" pitchFamily="34" charset="0"/>
                  <a:cs typeface="Helvetica" panose="020B0604020202020204" pitchFamily="34" charset="0"/>
                </a:rPr>
                <a:t>Department of </a:t>
              </a:r>
            </a:p>
            <a:p>
              <a:pPr marL="0" indent="0" latinLnBrk="0">
                <a:buFontTx/>
                <a:buNone/>
              </a:pPr>
              <a:r>
                <a:rPr lang="en-US" altLang="ko-KR" sz="1400" dirty="0">
                  <a:latin typeface="Helvetica" panose="020B0604020202020204" pitchFamily="34" charset="0"/>
                  <a:ea typeface="Noto Sans" panose="020B0502040504020204" pitchFamily="34" charset="0"/>
                  <a:cs typeface="Helvetica" panose="020B0604020202020204" pitchFamily="34" charset="0"/>
                </a:rPr>
                <a:t>Artificial Intelligence</a:t>
              </a:r>
              <a:endParaRPr lang="ko-KR" altLang="en-US" sz="14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  <a:p>
              <a:pPr marL="0" indent="0" latinLnBrk="0">
                <a:buFontTx/>
                <a:buNone/>
              </a:pPr>
              <a:r>
                <a:rPr lang="en-US" altLang="ko-KR" sz="1400" dirty="0">
                  <a:latin typeface="Helvetica" panose="020B0604020202020204" pitchFamily="34" charset="0"/>
                  <a:ea typeface="Noto Sans" panose="020B0502040504020204" pitchFamily="34" charset="0"/>
                  <a:cs typeface="Helvetica" panose="020B0604020202020204" pitchFamily="34" charset="0"/>
                </a:rPr>
                <a:t>Chung-Ang University</a:t>
              </a:r>
              <a:endParaRPr lang="ko-KR" altLang="en-US" sz="1400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  <p:sp>
          <p:nvSpPr>
            <p:cNvPr id="10" name="TextBox 11">
              <a:extLst>
                <a:ext uri="{FF2B5EF4-FFF2-40B4-BE49-F238E27FC236}">
                  <a16:creationId xmlns:a16="http://schemas.microsoft.com/office/drawing/2014/main" id="{B5815846-BCED-3DF8-9BFE-9E8CF7B5F417}"/>
                </a:ext>
              </a:extLst>
            </p:cNvPr>
            <p:cNvSpPr txBox="1">
              <a:spLocks/>
            </p:cNvSpPr>
            <p:nvPr/>
          </p:nvSpPr>
          <p:spPr>
            <a:xfrm>
              <a:off x="5641314" y="4679512"/>
              <a:ext cx="2057670" cy="294219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>
              <a:spAutoFit/>
            </a:bodyPr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latinLnBrk="0">
                <a:buFontTx/>
                <a:buNone/>
              </a:pPr>
              <a:r>
                <a:rPr lang="en-US" altLang="ko-KR" sz="2000" b="1" dirty="0">
                  <a:latin typeface="Helvetica" panose="020B0604020202020204" pitchFamily="34" charset="0"/>
                  <a:ea typeface="Noto Sans" panose="020B0502040504020204" pitchFamily="34" charset="0"/>
                  <a:cs typeface="Helvetica" panose="020B0604020202020204" pitchFamily="34" charset="0"/>
                </a:rPr>
                <a:t>Jeonghyun Park</a:t>
              </a:r>
              <a:endParaRPr lang="ko-KR" altLang="en-US" sz="2000" b="1" dirty="0">
                <a:latin typeface="Helvetica" panose="020B0604020202020204" pitchFamily="34" charset="0"/>
                <a:cs typeface="Helvetica" panose="020B0604020202020204" pitchFamily="34" charset="0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93C18F8-1697-CDA5-1BF4-10FA944B3717}"/>
              </a:ext>
            </a:extLst>
          </p:cNvPr>
          <p:cNvGrpSpPr/>
          <p:nvPr/>
        </p:nvGrpSpPr>
        <p:grpSpPr>
          <a:xfrm>
            <a:off x="8231016" y="3776890"/>
            <a:ext cx="2849469" cy="1271158"/>
            <a:chOff x="13859958" y="5166458"/>
            <a:chExt cx="4727409" cy="2052229"/>
          </a:xfrm>
        </p:grpSpPr>
        <p:pic>
          <p:nvPicPr>
            <p:cNvPr id="5" name="그림 13" descr="C:/Users/user/AppData/Roaming/PolarisOffice/ETemp/9620_23735888/image1.png">
              <a:extLst>
                <a:ext uri="{FF2B5EF4-FFF2-40B4-BE49-F238E27FC236}">
                  <a16:creationId xmlns:a16="http://schemas.microsoft.com/office/drawing/2014/main" id="{7B3640CE-3DA3-ED8A-41BE-FD62617058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3859958" y="5166458"/>
              <a:ext cx="2052229" cy="2052229"/>
            </a:xfrm>
            <a:prstGeom prst="rect">
              <a:avLst/>
            </a:prstGeom>
            <a:noFill/>
          </p:spPr>
        </p:pic>
        <p:pic>
          <p:nvPicPr>
            <p:cNvPr id="6" name="그림 27" descr="그래픽, 달이(가) 표시된 사진&#10;&#10;자동 생성된 설명">
              <a:extLst>
                <a:ext uri="{FF2B5EF4-FFF2-40B4-BE49-F238E27FC236}">
                  <a16:creationId xmlns:a16="http://schemas.microsoft.com/office/drawing/2014/main" id="{458DB66A-6CD8-6263-9EA4-EA79E2D695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740279" y="5202462"/>
              <a:ext cx="1847088" cy="1853903"/>
            </a:xfrm>
            <a:prstGeom prst="rect">
              <a:avLst/>
            </a:prstGeom>
          </p:spPr>
        </p:pic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E6D4481-136B-DC54-7D1C-79700B6D13AD}"/>
              </a:ext>
            </a:extLst>
          </p:cNvPr>
          <p:cNvSpPr txBox="1"/>
          <p:nvPr/>
        </p:nvSpPr>
        <p:spPr>
          <a:xfrm>
            <a:off x="2339162" y="2408421"/>
            <a:ext cx="798505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 latinLnBrk="0">
              <a:buFontTx/>
              <a:buNone/>
            </a:pPr>
            <a:r>
              <a:rPr lang="en-US" altLang="ko-KR" sz="1800" dirty="0">
                <a:latin typeface="Helvetica" panose="020B0604020202020204" pitchFamily="34" charset="0"/>
                <a:cs typeface="Helvetica" panose="020B0604020202020204" pitchFamily="34" charset="0"/>
              </a:rPr>
              <a:t>The 63rd Annual Meeting of the Association for Computational Linguistics</a:t>
            </a:r>
          </a:p>
          <a:p>
            <a:pPr marL="0" indent="0" algn="ctr" latinLnBrk="0">
              <a:buFontTx/>
              <a:buNone/>
            </a:pPr>
            <a:r>
              <a:rPr lang="en-US" altLang="ko-KR" sz="1800" dirty="0">
                <a:latin typeface="Helvetica" panose="020B0604020202020204" pitchFamily="34" charset="0"/>
                <a:cs typeface="Helvetica" panose="020B0604020202020204" pitchFamily="34" charset="0"/>
              </a:rPr>
              <a:t>(ACL 2025)</a:t>
            </a:r>
            <a:endParaRPr lang="ko-KR" altLang="en-US" sz="1800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A68A9A2-4DCF-641E-4EBA-FAB855E758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7553" y="3927646"/>
            <a:ext cx="3467451" cy="969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892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393"/>
    </mc:Choice>
    <mc:Fallback xmlns="">
      <p:transition spd="slow" advTm="4839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8BAD0-B95F-2491-1069-46F96A4D9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B85CB9-2086-9E88-0116-BA206D148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Multilingual RAG (mRAG) System</a:t>
            </a:r>
            <a:endParaRPr lang="ko-KR" altLang="en-US" i="1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03A725AB-7BED-0F22-BB2A-DACBA1EAA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30" y="1225689"/>
            <a:ext cx="6360613" cy="3736666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83735E4-F733-6F09-3E34-D86498831289}"/>
              </a:ext>
            </a:extLst>
          </p:cNvPr>
          <p:cNvSpPr txBox="1"/>
          <p:nvPr/>
        </p:nvSpPr>
        <p:spPr>
          <a:xfrm>
            <a:off x="1786019" y="5191221"/>
            <a:ext cx="43300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>
                <a:hlinkClick r:id="rId3"/>
              </a:rPr>
              <a:t>Retrieval-augmented generation in multilingual settings </a:t>
            </a:r>
            <a:r>
              <a:rPr lang="en-US" altLang="ko-KR" sz="1100" i="1" dirty="0">
                <a:hlinkClick r:id="rId3"/>
              </a:rPr>
              <a:t>(KnowLLM 2024) </a:t>
            </a:r>
            <a:endParaRPr lang="ko-KR" altLang="en-US" sz="1100" i="1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1A80F13-D2EF-3D80-9CD6-8EFC78658787}"/>
              </a:ext>
            </a:extLst>
          </p:cNvPr>
          <p:cNvSpPr txBox="1"/>
          <p:nvPr/>
        </p:nvSpPr>
        <p:spPr>
          <a:xfrm>
            <a:off x="7421445" y="1225689"/>
            <a:ext cx="4404796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Retrieval-augmented Generation </a:t>
            </a:r>
            <a:r>
              <a:rPr lang="en-US" altLang="ko-KR" sz="2000" dirty="0"/>
              <a:t>(RAG) pipeline that: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For </a:t>
            </a:r>
            <a:r>
              <a:rPr lang="en-US" altLang="ko-KR" sz="2000" i="1" dirty="0"/>
              <a:t>queries</a:t>
            </a:r>
            <a:r>
              <a:rPr lang="en-US" altLang="ko-KR" sz="2000" dirty="0"/>
              <a:t> and </a:t>
            </a:r>
            <a:r>
              <a:rPr lang="en-US" altLang="ko-KR" sz="2000" i="1" dirty="0"/>
              <a:t>knowledge</a:t>
            </a:r>
            <a:r>
              <a:rPr lang="en-US" altLang="ko-KR" sz="2000" dirty="0"/>
              <a:t> (data) stores spanning </a:t>
            </a:r>
            <a:r>
              <a:rPr lang="en-US" altLang="ko-KR" sz="2000" u="sng" dirty="0"/>
              <a:t>multiple languages</a:t>
            </a:r>
            <a:r>
              <a:rPr lang="en-US" altLang="ko-KR" sz="2000" dirty="0"/>
              <a:t>, retrieves </a:t>
            </a:r>
            <a:r>
              <a:rPr lang="en-US" altLang="ko-KR" sz="2000" i="1" dirty="0"/>
              <a:t>relevant context </a:t>
            </a:r>
            <a:r>
              <a:rPr lang="en-US" altLang="ko-KR" sz="2000" dirty="0"/>
              <a:t>across those </a:t>
            </a:r>
            <a:r>
              <a:rPr lang="en-US" altLang="ko-KR" sz="2000" u="sng" dirty="0"/>
              <a:t>languages</a:t>
            </a:r>
            <a:r>
              <a:rPr lang="en-US" altLang="ko-KR" sz="20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i="1" dirty="0"/>
              <a:t>Multilingual Retrieval-Augmented Generation (mRAG) systems enhance language models by integrating external multilingual information to produce context-aware responses.</a:t>
            </a:r>
            <a:endParaRPr lang="ko-KR" altLang="en-US" sz="2000" i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000" dirty="0"/>
              <a:t>Generates a grounded answer based on retrieved contexts in the </a:t>
            </a:r>
            <a:r>
              <a:rPr lang="en-US" altLang="ko-KR" sz="2000" i="1" dirty="0"/>
              <a:t>user’s language</a:t>
            </a:r>
          </a:p>
        </p:txBody>
      </p:sp>
    </p:spTree>
    <p:extLst>
      <p:ext uri="{BB962C8B-B14F-4D97-AF65-F5344CB8AC3E}">
        <p14:creationId xmlns:p14="http://schemas.microsoft.com/office/powerpoint/2010/main" val="1095737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183"/>
    </mc:Choice>
    <mc:Fallback xmlns="">
      <p:transition spd="slow" advTm="6918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B76D8-C0DD-961C-1F35-62DAB6C0A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7B1229-3F3E-1DE1-A4BD-9DA73AA4B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Multilingual RAG – Motivations </a:t>
            </a:r>
            <a:r>
              <a:rPr lang="en-US" altLang="ko-KR" i="1" dirty="0"/>
              <a:t>(Challenges) </a:t>
            </a:r>
            <a:endParaRPr lang="ko-KR" altLang="en-US" i="1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632529-4F8E-30A0-F236-DF7C39AD4A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19" y="996823"/>
            <a:ext cx="4537407" cy="54743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4A54E3-FC84-92A2-AB8C-AD702B0D74D3}"/>
              </a:ext>
            </a:extLst>
          </p:cNvPr>
          <p:cNvSpPr txBox="1"/>
          <p:nvPr/>
        </p:nvSpPr>
        <p:spPr>
          <a:xfrm>
            <a:off x="5614415" y="1780654"/>
            <a:ext cx="593924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u="sng" dirty="0"/>
              <a:t>Failure cases of mRAG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However, because mRAG systems </a:t>
            </a:r>
            <a:r>
              <a:rPr lang="en-US" altLang="ko-KR" b="1" u="sng" dirty="0"/>
              <a:t>favor certain languages</a:t>
            </a:r>
            <a:r>
              <a:rPr lang="en-US" altLang="ko-KR" dirty="0"/>
              <a:t>, the retriever often pulls in irrelevant contexts and this language preference present in both the retriever and the generator ultimately degrades the system’s generation quality.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i="1" dirty="0"/>
              <a:t>(Case 1) </a:t>
            </a:r>
            <a:r>
              <a:rPr lang="en-US" altLang="ko-KR" dirty="0"/>
              <a:t>Retriever may prioritize </a:t>
            </a:r>
            <a:r>
              <a:rPr lang="en-US" altLang="ko-KR" b="1" dirty="0"/>
              <a:t>high-resource</a:t>
            </a:r>
            <a:r>
              <a:rPr lang="en-US" altLang="ko-KR" dirty="0"/>
              <a:t> or </a:t>
            </a:r>
            <a:r>
              <a:rPr lang="en-US" altLang="ko-KR" b="1" dirty="0"/>
              <a:t>query-language </a:t>
            </a:r>
            <a:r>
              <a:rPr lang="en-US" altLang="ko-KR" dirty="0"/>
              <a:t>documents—at the expense of </a:t>
            </a:r>
            <a:r>
              <a:rPr lang="en-US" altLang="ko-KR" u="sng" dirty="0"/>
              <a:t>truly relevant information in low-resource language</a:t>
            </a:r>
            <a:r>
              <a:rPr lang="en-US" altLang="ko-KR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1400" i="1" dirty="0"/>
              <a:t>(Case 2) </a:t>
            </a:r>
            <a:r>
              <a:rPr lang="en-US" altLang="ko-KR" dirty="0"/>
              <a:t>Even if relevant documents are retrieved, the generator might favor passages in the </a:t>
            </a:r>
            <a:r>
              <a:rPr lang="en-US" altLang="ko-KR" b="1" dirty="0"/>
              <a:t>query language </a:t>
            </a:r>
            <a:r>
              <a:rPr lang="en-US" altLang="ko-KR" dirty="0"/>
              <a:t>or </a:t>
            </a:r>
            <a:r>
              <a:rPr lang="en-US" altLang="ko-KR" b="1" dirty="0"/>
              <a:t>Latin</a:t>
            </a:r>
            <a:r>
              <a:rPr lang="en-US" altLang="ko-KR" dirty="0"/>
              <a:t> scripts, </a:t>
            </a:r>
            <a:r>
              <a:rPr lang="en-US" altLang="ko-KR" u="sng" dirty="0"/>
              <a:t>ignoring essential evidence in lower-resource languages </a:t>
            </a:r>
            <a:r>
              <a:rPr lang="en-US" altLang="ko-KR" dirty="0"/>
              <a:t>and resulting in inaccurate outputs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41716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6032"/>
    </mc:Choice>
    <mc:Fallback xmlns="">
      <p:transition spd="slow" advTm="10603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582B08-B620-1FDC-F07F-C54B06591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CAC908-1F16-18A1-510D-209BC0F23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Language Preference – Retriever Level </a:t>
            </a:r>
            <a:r>
              <a:rPr lang="en-US" altLang="ko-KR" sz="2400" u="sng" dirty="0"/>
              <a:t>(Proposed Metric)</a:t>
            </a:r>
            <a:endParaRPr lang="ko-KR" altLang="en-US" u="sng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33203A-6BE0-CC83-C6DD-D58661B2B115}"/>
              </a:ext>
            </a:extLst>
          </p:cNvPr>
          <p:cNvSpPr txBox="1"/>
          <p:nvPr/>
        </p:nvSpPr>
        <p:spPr>
          <a:xfrm>
            <a:off x="1244111" y="4924188"/>
            <a:ext cx="10533673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Proposed metric, </a:t>
            </a:r>
            <a:r>
              <a:rPr lang="en-US" altLang="ko-KR" sz="1600" i="1" dirty="0"/>
              <a:t>MultiLingualRankShift (MLRS) </a:t>
            </a:r>
            <a:r>
              <a:rPr lang="en-US" altLang="ko-KR" sz="1600" dirty="0"/>
              <a:t>that measures </a:t>
            </a:r>
            <a:r>
              <a:rPr lang="en-US" altLang="ko-KR" sz="1600" b="1" dirty="0"/>
              <a:t>language preference at the retriever level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Compute </a:t>
            </a:r>
            <a:r>
              <a:rPr lang="en-US" altLang="ko-KR" sz="1600" b="1" dirty="0"/>
              <a:t>ranking improvements </a:t>
            </a:r>
            <a:r>
              <a:rPr lang="en-US" altLang="ko-KR" sz="1600" dirty="0"/>
              <a:t>when documents in the </a:t>
            </a:r>
            <a:r>
              <a:rPr lang="en-US" altLang="ko-KR" sz="1600" i="1" dirty="0"/>
              <a:t>non-query language </a:t>
            </a:r>
            <a:r>
              <a:rPr lang="en-US" altLang="ko-KR" sz="1600" dirty="0"/>
              <a:t>are translated </a:t>
            </a:r>
            <a:r>
              <a:rPr lang="en-US" altLang="ko-KR" sz="1600" i="1" dirty="0"/>
              <a:t>into query language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To normalize the score, MLRS also reflect </a:t>
            </a:r>
            <a:r>
              <a:rPr lang="en-US" altLang="ko-KR" sz="1600" b="1" dirty="0"/>
              <a:t>maximum (possible) rank improvement </a:t>
            </a:r>
            <a:r>
              <a:rPr lang="en-US" altLang="ko-KR" sz="1600" dirty="0"/>
              <a:t>for each document</a:t>
            </a:r>
            <a:endParaRPr lang="ko-KR" altLang="en-US" sz="20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7C92D87-69A0-88A6-93C4-D1430EEF34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6043" y="1341524"/>
            <a:ext cx="8406261" cy="3032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72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05"/>
    </mc:Choice>
    <mc:Fallback xmlns="">
      <p:transition spd="slow" advTm="1420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961E-AED9-406D-FF79-B5A3345CC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DA614-9EAA-9410-D553-21EEA88BA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Language Preference – Retriever Level </a:t>
            </a:r>
            <a:r>
              <a:rPr lang="en-US" altLang="ko-KR" sz="2400" u="sng" dirty="0"/>
              <a:t>(Results) </a:t>
            </a:r>
            <a:endParaRPr lang="ko-KR" altLang="en-US" i="1" u="sng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DBE3DB3-8691-CB50-0678-30C4F2E57865}"/>
              </a:ext>
            </a:extLst>
          </p:cNvPr>
          <p:cNvSpPr/>
          <p:nvPr/>
        </p:nvSpPr>
        <p:spPr>
          <a:xfrm>
            <a:off x="0" y="6122670"/>
            <a:ext cx="12192000" cy="7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405236F-F436-C579-0337-083D1F0D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72" y="996823"/>
            <a:ext cx="8938994" cy="570958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69A377A-DBC1-496A-A5D3-E445797AFF80}"/>
              </a:ext>
            </a:extLst>
          </p:cNvPr>
          <p:cNvSpPr/>
          <p:nvPr/>
        </p:nvSpPr>
        <p:spPr>
          <a:xfrm>
            <a:off x="3391593" y="996823"/>
            <a:ext cx="640080" cy="570958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7288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F8AFA-3B9F-2296-8AA1-DA8478E8F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97CE68-F622-666B-39FB-4A0DC10F63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Language Preference – Retriever Level </a:t>
            </a:r>
            <a:r>
              <a:rPr lang="en-US" altLang="ko-KR" sz="2400" u="sng" dirty="0"/>
              <a:t>(Results) </a:t>
            </a:r>
            <a:endParaRPr lang="ko-KR" altLang="en-US" i="1" u="sng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6EA5BD2-B76D-69EB-E28C-82895516257D}"/>
              </a:ext>
            </a:extLst>
          </p:cNvPr>
          <p:cNvSpPr/>
          <p:nvPr/>
        </p:nvSpPr>
        <p:spPr>
          <a:xfrm>
            <a:off x="0" y="6122670"/>
            <a:ext cx="12192000" cy="7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9160E198-A296-B2D2-91E5-3B6494E4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72" y="996823"/>
            <a:ext cx="8938994" cy="570958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E7C3FD0-DA22-4D52-5599-30C6CDBFF2CB}"/>
              </a:ext>
            </a:extLst>
          </p:cNvPr>
          <p:cNvSpPr/>
          <p:nvPr/>
        </p:nvSpPr>
        <p:spPr>
          <a:xfrm>
            <a:off x="4039985" y="996823"/>
            <a:ext cx="798021" cy="57095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449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0F4B9B-CFBE-9E56-6AFC-4A0BED7F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4B33E2-3A26-BCB9-57F5-61EFFDE476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Language Preference – Retriever Level </a:t>
            </a:r>
            <a:r>
              <a:rPr lang="en-US" altLang="ko-KR" sz="2400" u="sng" dirty="0"/>
              <a:t>(Results) </a:t>
            </a:r>
            <a:endParaRPr lang="ko-KR" altLang="en-US" i="1" u="sng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FE8A101-BCE5-BDE0-14A8-11423B033D05}"/>
              </a:ext>
            </a:extLst>
          </p:cNvPr>
          <p:cNvSpPr/>
          <p:nvPr/>
        </p:nvSpPr>
        <p:spPr>
          <a:xfrm>
            <a:off x="0" y="6122670"/>
            <a:ext cx="12192000" cy="7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F77DE5B-5C16-7DAB-E323-0850E3CA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72" y="996823"/>
            <a:ext cx="8938994" cy="5709588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C43FC7C-1724-311E-2987-081A1772178E}"/>
              </a:ext>
            </a:extLst>
          </p:cNvPr>
          <p:cNvSpPr/>
          <p:nvPr/>
        </p:nvSpPr>
        <p:spPr>
          <a:xfrm>
            <a:off x="4729942" y="4064924"/>
            <a:ext cx="640080" cy="7046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21ED478-03A0-E1BC-A0DD-F33C0F280D96}"/>
              </a:ext>
            </a:extLst>
          </p:cNvPr>
          <p:cNvSpPr/>
          <p:nvPr/>
        </p:nvSpPr>
        <p:spPr>
          <a:xfrm>
            <a:off x="7110153" y="2105891"/>
            <a:ext cx="640080" cy="70462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892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E4AFA-80F6-E936-FAB2-5BE4514B1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8EF1D-F94E-43CB-8723-A509B2E50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Language Preference – Retriever Level </a:t>
            </a:r>
            <a:r>
              <a:rPr lang="en-US" altLang="ko-KR" sz="2400" u="sng" dirty="0"/>
              <a:t>(Results) </a:t>
            </a:r>
            <a:endParaRPr lang="ko-KR" altLang="en-US" i="1" u="sng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03A06C-188F-3167-7EB8-52F86C7D8457}"/>
              </a:ext>
            </a:extLst>
          </p:cNvPr>
          <p:cNvSpPr/>
          <p:nvPr/>
        </p:nvSpPr>
        <p:spPr>
          <a:xfrm>
            <a:off x="0" y="6122670"/>
            <a:ext cx="12192000" cy="7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280DB1D-4AD7-42A5-F149-EEFCC1E431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72" y="996823"/>
            <a:ext cx="8938994" cy="570958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D13D622D-9B09-98DA-C0F5-9B0F2A71CD25}"/>
              </a:ext>
            </a:extLst>
          </p:cNvPr>
          <p:cNvSpPr/>
          <p:nvPr/>
        </p:nvSpPr>
        <p:spPr>
          <a:xfrm>
            <a:off x="6378232" y="1471353"/>
            <a:ext cx="798021" cy="52350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FF64560-FC38-102C-9856-CBB15A278900}"/>
              </a:ext>
            </a:extLst>
          </p:cNvPr>
          <p:cNvSpPr/>
          <p:nvPr/>
        </p:nvSpPr>
        <p:spPr>
          <a:xfrm>
            <a:off x="7954288" y="1471353"/>
            <a:ext cx="2374078" cy="52350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7704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A346D-446C-034B-A8EB-C462A869C1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0C8055-B7C1-E708-1727-7239BE598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Language Preference – Retriever Level </a:t>
            </a:r>
            <a:r>
              <a:rPr lang="en-US" altLang="ko-KR" sz="2400" u="sng" dirty="0"/>
              <a:t>(Results) </a:t>
            </a:r>
            <a:endParaRPr lang="ko-KR" altLang="en-US" i="1" u="sng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75871CE-CC5C-142F-8293-80B0A0C94110}"/>
              </a:ext>
            </a:extLst>
          </p:cNvPr>
          <p:cNvSpPr/>
          <p:nvPr/>
        </p:nvSpPr>
        <p:spPr>
          <a:xfrm>
            <a:off x="0" y="6122670"/>
            <a:ext cx="12192000" cy="7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58B741A-1F7A-1374-2464-E4C5A4150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372" y="996823"/>
            <a:ext cx="8938994" cy="570958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2288EF96-3AC5-133B-0E2A-33711F5B904A}"/>
              </a:ext>
            </a:extLst>
          </p:cNvPr>
          <p:cNvSpPr/>
          <p:nvPr/>
        </p:nvSpPr>
        <p:spPr>
          <a:xfrm>
            <a:off x="4000792" y="1471353"/>
            <a:ext cx="798021" cy="52350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05299E30-AD2C-B0FA-8E68-ED673325715A}"/>
              </a:ext>
            </a:extLst>
          </p:cNvPr>
          <p:cNvSpPr/>
          <p:nvPr/>
        </p:nvSpPr>
        <p:spPr>
          <a:xfrm>
            <a:off x="9530345" y="1471353"/>
            <a:ext cx="798021" cy="52350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AA3943B-2B32-12DF-8AAF-801C37FAB932}"/>
              </a:ext>
            </a:extLst>
          </p:cNvPr>
          <p:cNvSpPr/>
          <p:nvPr/>
        </p:nvSpPr>
        <p:spPr>
          <a:xfrm>
            <a:off x="7155676" y="1457499"/>
            <a:ext cx="798021" cy="523505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749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F0BF4-EFFB-C7BA-B033-31976D3E5A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6EC96-55EB-7E4C-1EE1-74B203356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Language Preference – Generator Level </a:t>
            </a:r>
            <a:r>
              <a:rPr lang="en-US" altLang="ko-KR" sz="2400" u="sng" dirty="0"/>
              <a:t>(way to measure)</a:t>
            </a:r>
            <a:endParaRPr lang="ko-KR" altLang="en-US" i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DD0A48F-9112-ED84-D87F-88C8089E053F}"/>
              </a:ext>
            </a:extLst>
          </p:cNvPr>
          <p:cNvSpPr/>
          <p:nvPr/>
        </p:nvSpPr>
        <p:spPr>
          <a:xfrm>
            <a:off x="0" y="6122670"/>
            <a:ext cx="12192000" cy="7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F913E288-1070-20BE-C029-A80E206E12D5}"/>
              </a:ext>
            </a:extLst>
          </p:cNvPr>
          <p:cNvSpPr/>
          <p:nvPr/>
        </p:nvSpPr>
        <p:spPr>
          <a:xfrm>
            <a:off x="748146" y="2099590"/>
            <a:ext cx="914400" cy="43541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Query</a:t>
            </a:r>
            <a:endParaRPr lang="ko-KR" altLang="en-US" dirty="0"/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CE7822E-1950-34A0-9744-8AA073074C0C}"/>
              </a:ext>
            </a:extLst>
          </p:cNvPr>
          <p:cNvSpPr/>
          <p:nvPr/>
        </p:nvSpPr>
        <p:spPr>
          <a:xfrm>
            <a:off x="2521528" y="2099590"/>
            <a:ext cx="1501832" cy="43541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Answer_en</a:t>
            </a:r>
            <a:endParaRPr lang="ko-KR" altLang="en-US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58BA949B-B831-2D13-B1B1-2B139DF9D169}"/>
              </a:ext>
            </a:extLst>
          </p:cNvPr>
          <p:cNvSpPr/>
          <p:nvPr/>
        </p:nvSpPr>
        <p:spPr>
          <a:xfrm>
            <a:off x="4131426" y="2099590"/>
            <a:ext cx="1501832" cy="43541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Answer_ko</a:t>
            </a:r>
            <a:endParaRPr lang="ko-KR" altLang="en-US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D9CFCEE-94B1-3A83-B39D-CD38446F98A8}"/>
              </a:ext>
            </a:extLst>
          </p:cNvPr>
          <p:cNvSpPr/>
          <p:nvPr/>
        </p:nvSpPr>
        <p:spPr>
          <a:xfrm>
            <a:off x="5741324" y="2099590"/>
            <a:ext cx="1501832" cy="43541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Answer_zh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95B5273-AF49-B42B-720A-711E5B39243D}"/>
              </a:ext>
            </a:extLst>
          </p:cNvPr>
          <p:cNvSpPr/>
          <p:nvPr/>
        </p:nvSpPr>
        <p:spPr>
          <a:xfrm>
            <a:off x="9670472" y="2099590"/>
            <a:ext cx="1501832" cy="43541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Answer_pt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97830D-A58D-6EF8-2D61-EA596273B4B1}"/>
              </a:ext>
            </a:extLst>
          </p:cNvPr>
          <p:cNvSpPr txBox="1"/>
          <p:nvPr/>
        </p:nvSpPr>
        <p:spPr>
          <a:xfrm>
            <a:off x="8237913" y="2189818"/>
            <a:ext cx="1288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. . .</a:t>
            </a:r>
            <a:endParaRPr lang="ko-KR" altLang="en-US" b="1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8AAD27A2-97AC-793A-C3F6-4C8D947513E8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1662546" y="2317296"/>
            <a:ext cx="8589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11A0D425-C0ED-236A-4BAD-1D84DEA1FF90}"/>
              </a:ext>
            </a:extLst>
          </p:cNvPr>
          <p:cNvSpPr txBox="1"/>
          <p:nvPr/>
        </p:nvSpPr>
        <p:spPr>
          <a:xfrm>
            <a:off x="1167626" y="1355168"/>
            <a:ext cx="21917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/>
              <a:t>Generate answer in different languages</a:t>
            </a:r>
            <a:endParaRPr lang="ko-KR" altLang="en-US" i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B866FE3-ACAB-50C2-D900-E9FE7BCB3843}"/>
              </a:ext>
            </a:extLst>
          </p:cNvPr>
          <p:cNvSpPr txBox="1"/>
          <p:nvPr/>
        </p:nvSpPr>
        <p:spPr>
          <a:xfrm>
            <a:off x="1576281" y="4547047"/>
            <a:ext cx="216758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English Preference</a:t>
            </a:r>
          </a:p>
          <a:p>
            <a:pPr algn="ctr"/>
            <a:r>
              <a:rPr lang="en-US" altLang="ko-KR" b="1" dirty="0"/>
              <a:t> of Generator </a:t>
            </a:r>
            <a:endParaRPr lang="ko-KR" altLang="en-US" b="1" dirty="0"/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45E14D83-E55B-7216-B769-985FDB24CA2E}"/>
              </a:ext>
            </a:extLst>
          </p:cNvPr>
          <p:cNvSpPr/>
          <p:nvPr/>
        </p:nvSpPr>
        <p:spPr>
          <a:xfrm>
            <a:off x="3743864" y="4639370"/>
            <a:ext cx="1501832" cy="43541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Answer_en</a:t>
            </a:r>
            <a:endParaRPr lang="ko-KR" altLang="en-US" dirty="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AAF50416-00D0-3D93-D068-1B007E9492CF}"/>
              </a:ext>
            </a:extLst>
          </p:cNvPr>
          <p:cNvSpPr/>
          <p:nvPr/>
        </p:nvSpPr>
        <p:spPr>
          <a:xfrm>
            <a:off x="6038853" y="3021476"/>
            <a:ext cx="1501832" cy="43541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Answer_ko</a:t>
            </a:r>
            <a:endParaRPr lang="ko-KR" altLang="en-US" dirty="0"/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3F9BB6AE-5EA1-ACBC-E13B-677FC25EF905}"/>
              </a:ext>
            </a:extLst>
          </p:cNvPr>
          <p:cNvSpPr/>
          <p:nvPr/>
        </p:nvSpPr>
        <p:spPr>
          <a:xfrm>
            <a:off x="6038853" y="3893424"/>
            <a:ext cx="1501832" cy="43541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Answer_zh</a:t>
            </a:r>
            <a:endParaRPr lang="ko-KR" altLang="en-US" dirty="0"/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99967D4F-8D17-8ED3-54BB-3745D086B556}"/>
              </a:ext>
            </a:extLst>
          </p:cNvPr>
          <p:cNvSpPr/>
          <p:nvPr/>
        </p:nvSpPr>
        <p:spPr>
          <a:xfrm>
            <a:off x="6038853" y="5777299"/>
            <a:ext cx="1501832" cy="435412"/>
          </a:xfrm>
          <a:prstGeom prst="round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Answer_pt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0C3EA3-D183-DBD2-91E8-39DD9567D936}"/>
              </a:ext>
            </a:extLst>
          </p:cNvPr>
          <p:cNvSpPr txBox="1"/>
          <p:nvPr/>
        </p:nvSpPr>
        <p:spPr>
          <a:xfrm>
            <a:off x="6598919" y="4568884"/>
            <a:ext cx="128847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. </a:t>
            </a:r>
          </a:p>
          <a:p>
            <a:r>
              <a:rPr lang="en-US" altLang="ko-KR" b="1" dirty="0"/>
              <a:t>.</a:t>
            </a:r>
          </a:p>
          <a:p>
            <a:r>
              <a:rPr lang="en-US" altLang="ko-KR" b="1" dirty="0"/>
              <a:t>.</a:t>
            </a:r>
            <a:endParaRPr lang="ko-KR" altLang="en-US" b="1" dirty="0"/>
          </a:p>
        </p:txBody>
      </p: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6B6DA186-6E52-3950-CDA0-E9FB50019B38}"/>
              </a:ext>
            </a:extLst>
          </p:cNvPr>
          <p:cNvCxnSpPr>
            <a:cxnSpLocks/>
            <a:stCxn id="18" idx="3"/>
            <a:endCxn id="19" idx="1"/>
          </p:cNvCxnSpPr>
          <p:nvPr/>
        </p:nvCxnSpPr>
        <p:spPr>
          <a:xfrm flipV="1">
            <a:off x="5245696" y="3239182"/>
            <a:ext cx="793157" cy="16178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B00C6070-72F9-02B1-DBE6-8F364DBFE496}"/>
              </a:ext>
            </a:extLst>
          </p:cNvPr>
          <p:cNvCxnSpPr>
            <a:cxnSpLocks/>
            <a:stCxn id="18" idx="3"/>
            <a:endCxn id="20" idx="1"/>
          </p:cNvCxnSpPr>
          <p:nvPr/>
        </p:nvCxnSpPr>
        <p:spPr>
          <a:xfrm flipV="1">
            <a:off x="5245696" y="4111130"/>
            <a:ext cx="793157" cy="7459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50DB887-E502-6520-B71B-C903BDB75EDA}"/>
              </a:ext>
            </a:extLst>
          </p:cNvPr>
          <p:cNvCxnSpPr>
            <a:cxnSpLocks/>
            <a:stCxn id="18" idx="3"/>
            <a:endCxn id="21" idx="1"/>
          </p:cNvCxnSpPr>
          <p:nvPr/>
        </p:nvCxnSpPr>
        <p:spPr>
          <a:xfrm>
            <a:off x="5245696" y="4857076"/>
            <a:ext cx="793157" cy="11379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6117A49-4815-EC1D-D74B-5A3D7417D290}"/>
              </a:ext>
            </a:extLst>
          </p:cNvPr>
          <p:cNvSpPr txBox="1"/>
          <p:nvPr/>
        </p:nvSpPr>
        <p:spPr>
          <a:xfrm>
            <a:off x="8237913" y="4829410"/>
            <a:ext cx="31396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/>
              <a:t>Compute average multilingual embedding similarity</a:t>
            </a:r>
            <a:endParaRPr lang="ko-KR" altLang="en-US" i="1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78BB36-579B-D72E-82CB-CF24CDCDD93E}"/>
              </a:ext>
            </a:extLst>
          </p:cNvPr>
          <p:cNvSpPr txBox="1"/>
          <p:nvPr/>
        </p:nvSpPr>
        <p:spPr>
          <a:xfrm>
            <a:off x="7540685" y="3184814"/>
            <a:ext cx="2191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/>
              <a:t>0.90</a:t>
            </a:r>
            <a:endParaRPr lang="ko-KR" altLang="en-US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4101B00-9FFD-6B9C-1008-3CE2D7A28CD7}"/>
              </a:ext>
            </a:extLst>
          </p:cNvPr>
          <p:cNvSpPr txBox="1"/>
          <p:nvPr/>
        </p:nvSpPr>
        <p:spPr>
          <a:xfrm>
            <a:off x="7540685" y="4007112"/>
            <a:ext cx="2191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/>
              <a:t>0.88</a:t>
            </a:r>
            <a:endParaRPr lang="ko-KR" altLang="en-US" i="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46D4C19-877E-7B02-8694-4CD3E43F4DAC}"/>
              </a:ext>
            </a:extLst>
          </p:cNvPr>
          <p:cNvSpPr txBox="1"/>
          <p:nvPr/>
        </p:nvSpPr>
        <p:spPr>
          <a:xfrm>
            <a:off x="7601070" y="5862324"/>
            <a:ext cx="2191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i="1" dirty="0"/>
              <a:t>0.93</a:t>
            </a:r>
            <a:endParaRPr lang="ko-KR" altLang="en-US" i="1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016DDC9-BF66-1FD8-C1E2-B60CFF661BFE}"/>
              </a:ext>
            </a:extLst>
          </p:cNvPr>
          <p:cNvSpPr txBox="1"/>
          <p:nvPr/>
        </p:nvSpPr>
        <p:spPr>
          <a:xfrm>
            <a:off x="8170373" y="5517803"/>
            <a:ext cx="40719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English Preference of Generator:  0.903 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215205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1A132-7973-7F37-0A88-D60FE0F15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C9636-484A-F63F-425E-B3C92E17A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Language Preference – Generator Level </a:t>
            </a:r>
            <a:r>
              <a:rPr lang="en-US" altLang="ko-KR" sz="2400" u="sng" dirty="0"/>
              <a:t>(Results) </a:t>
            </a:r>
            <a:endParaRPr lang="ko-KR" altLang="en-US" i="1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4A0C544-0FAD-A4F7-7810-EE9C1EABD065}"/>
              </a:ext>
            </a:extLst>
          </p:cNvPr>
          <p:cNvSpPr/>
          <p:nvPr/>
        </p:nvSpPr>
        <p:spPr>
          <a:xfrm>
            <a:off x="0" y="6122670"/>
            <a:ext cx="12192000" cy="7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E4746D-B65C-BD66-99AC-BA8DB40B2D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1721"/>
            <a:ext cx="12192000" cy="2901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EBC92C-1400-583F-FACF-D2AA77300FE1}"/>
              </a:ext>
            </a:extLst>
          </p:cNvPr>
          <p:cNvSpPr txBox="1"/>
          <p:nvPr/>
        </p:nvSpPr>
        <p:spPr>
          <a:xfrm>
            <a:off x="772016" y="4553252"/>
            <a:ext cx="10533673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Generators prefer: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Latin script languages (en, fr, it, pt, es)</a:t>
            </a:r>
          </a:p>
          <a:p>
            <a:pPr lvl="1">
              <a:lnSpc>
                <a:spcPct val="150000"/>
              </a:lnSpc>
            </a:pPr>
            <a:endParaRPr lang="en-US" altLang="ko-KR" sz="16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Query language but not big effect 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5269203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A4A3C-02D5-3242-875E-D1997520A1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19B239-1877-9DDB-B53D-749789B7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Language Preference – mitigating strategy </a:t>
            </a:r>
            <a:r>
              <a:rPr lang="en-US" altLang="ko-KR" sz="2400" u="sng" dirty="0"/>
              <a:t>(Proposed Method)</a:t>
            </a:r>
            <a:endParaRPr lang="ko-KR" altLang="en-US" u="sng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C0B24FD-F45B-C6E9-F936-D860BEF54E30}"/>
              </a:ext>
            </a:extLst>
          </p:cNvPr>
          <p:cNvSpPr/>
          <p:nvPr/>
        </p:nvSpPr>
        <p:spPr>
          <a:xfrm>
            <a:off x="0" y="6122670"/>
            <a:ext cx="12192000" cy="7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EF12B6-F698-1702-1D82-F07DE747EA46}"/>
              </a:ext>
            </a:extLst>
          </p:cNvPr>
          <p:cNvSpPr txBox="1"/>
          <p:nvPr/>
        </p:nvSpPr>
        <p:spPr>
          <a:xfrm>
            <a:off x="8851441" y="1502816"/>
            <a:ext cx="3101185" cy="46198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For query in English: </a:t>
            </a:r>
            <a:r>
              <a:rPr lang="en-US" altLang="ko-KR" b="1" dirty="0"/>
              <a:t>retrieving from datastores </a:t>
            </a:r>
            <a:r>
              <a:rPr lang="en-US" altLang="ko-KR" dirty="0"/>
              <a:t>in </a:t>
            </a:r>
            <a:r>
              <a:rPr lang="en-US" altLang="ko-KR" u="sng" dirty="0"/>
              <a:t>various languages</a:t>
            </a:r>
            <a:r>
              <a:rPr lang="en-US" altLang="ko-KR" dirty="0"/>
              <a:t> (all strategy) is effective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>
              <a:lnSpc>
                <a:spcPct val="150000"/>
              </a:lnSpc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For query in non-English: </a:t>
            </a:r>
            <a:r>
              <a:rPr lang="en-US" altLang="ko-KR" b="1" dirty="0"/>
              <a:t>retrieving from datastores </a:t>
            </a:r>
            <a:r>
              <a:rPr lang="en-US" altLang="ko-KR" dirty="0"/>
              <a:t>in </a:t>
            </a:r>
            <a:r>
              <a:rPr lang="en-US" altLang="ko-KR" u="sng" dirty="0"/>
              <a:t>various languages </a:t>
            </a:r>
            <a:r>
              <a:rPr lang="en-US" altLang="ko-KR" dirty="0"/>
              <a:t>and </a:t>
            </a:r>
            <a:r>
              <a:rPr lang="en-US" altLang="ko-KR" b="1" dirty="0"/>
              <a:t>translate</a:t>
            </a:r>
            <a:r>
              <a:rPr lang="en-US" altLang="ko-KR" dirty="0"/>
              <a:t> to </a:t>
            </a:r>
            <a:r>
              <a:rPr lang="en-US" altLang="ko-KR" u="sng" dirty="0"/>
              <a:t>query language </a:t>
            </a:r>
            <a:r>
              <a:rPr lang="en-US" altLang="ko-KR" dirty="0"/>
              <a:t>is effective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82A7FC-34AF-3AF6-FF08-6E5CCC6E2B35}"/>
              </a:ext>
            </a:extLst>
          </p:cNvPr>
          <p:cNvSpPr txBox="1"/>
          <p:nvPr/>
        </p:nvSpPr>
        <p:spPr>
          <a:xfrm>
            <a:off x="6038853" y="1835292"/>
            <a:ext cx="60945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For English query, </a:t>
            </a:r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C2F9858-1434-D98A-A31A-92C15B94C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945" b="9026"/>
          <a:stretch/>
        </p:blipFill>
        <p:spPr>
          <a:xfrm>
            <a:off x="239373" y="1197860"/>
            <a:ext cx="8335283" cy="477162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93BA412C-5883-2376-9608-F2B6765E71E1}"/>
              </a:ext>
            </a:extLst>
          </p:cNvPr>
          <p:cNvSpPr/>
          <p:nvPr/>
        </p:nvSpPr>
        <p:spPr>
          <a:xfrm>
            <a:off x="2480095" y="1984075"/>
            <a:ext cx="677174" cy="1104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CA367A2B-1AF9-98DD-CEEE-A655A71F5E28}"/>
              </a:ext>
            </a:extLst>
          </p:cNvPr>
          <p:cNvSpPr/>
          <p:nvPr/>
        </p:nvSpPr>
        <p:spPr>
          <a:xfrm>
            <a:off x="3840193" y="3451037"/>
            <a:ext cx="677174" cy="1104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BF61349-0013-6800-C988-B898C7265E46}"/>
              </a:ext>
            </a:extLst>
          </p:cNvPr>
          <p:cNvSpPr/>
          <p:nvPr/>
        </p:nvSpPr>
        <p:spPr>
          <a:xfrm>
            <a:off x="4517367" y="4865298"/>
            <a:ext cx="677174" cy="110418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52400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68F71-A0AC-5CD8-7187-998B0F2A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0CE2F-6C19-560A-498E-BA04093F9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Language Preference – mitigating strategy </a:t>
            </a:r>
            <a:r>
              <a:rPr lang="en-US" altLang="ko-KR" sz="2400" u="sng" dirty="0"/>
              <a:t>(Proposed Method)</a:t>
            </a:r>
            <a:endParaRPr lang="ko-KR" altLang="en-US" u="sng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75DE602-1E3B-DC06-C642-721E97239EAC}"/>
              </a:ext>
            </a:extLst>
          </p:cNvPr>
          <p:cNvSpPr/>
          <p:nvPr/>
        </p:nvSpPr>
        <p:spPr>
          <a:xfrm>
            <a:off x="0" y="6122670"/>
            <a:ext cx="12192000" cy="7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EFFA5B6-CF6C-8A1F-40C9-5187F9FA88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969" y="1310072"/>
            <a:ext cx="4159268" cy="516108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98E503-1862-32D7-FC62-C9BC4204B5D3}"/>
              </a:ext>
            </a:extLst>
          </p:cNvPr>
          <p:cNvSpPr txBox="1"/>
          <p:nvPr/>
        </p:nvSpPr>
        <p:spPr>
          <a:xfrm>
            <a:off x="5642038" y="1650626"/>
            <a:ext cx="6094562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/>
              <a:t>Proposed Dual-Knowledge Multilingual RAG (DKM-RAG):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For a given query, </a:t>
            </a:r>
            <a:r>
              <a:rPr lang="en-US" altLang="ko-KR" b="1" dirty="0"/>
              <a:t>retrieves</a:t>
            </a:r>
            <a:r>
              <a:rPr lang="en-US" altLang="ko-KR" dirty="0"/>
              <a:t> documents from datastores in </a:t>
            </a:r>
            <a:r>
              <a:rPr lang="en-US" altLang="ko-KR" u="sng" dirty="0"/>
              <a:t>various languages </a:t>
            </a:r>
            <a:r>
              <a:rPr lang="en-US" altLang="ko-KR" dirty="0"/>
              <a:t>and </a:t>
            </a:r>
            <a:r>
              <a:rPr lang="en-US" altLang="ko-KR" b="1" dirty="0"/>
              <a:t>re-rank</a:t>
            </a:r>
            <a:r>
              <a:rPr lang="en-US" altLang="ko-KR" dirty="0"/>
              <a:t> documents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Translate</a:t>
            </a:r>
            <a:r>
              <a:rPr lang="en-US" altLang="ko-KR" dirty="0"/>
              <a:t> all non-query language documents into </a:t>
            </a:r>
            <a:r>
              <a:rPr lang="en-US" altLang="ko-KR" b="1" dirty="0"/>
              <a:t>query language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b="1" dirty="0"/>
              <a:t>Refine</a:t>
            </a:r>
            <a:r>
              <a:rPr lang="en-US" altLang="ko-KR" dirty="0"/>
              <a:t> translated passages to </a:t>
            </a:r>
            <a:r>
              <a:rPr lang="en-US" altLang="ko-KR" u="sng" dirty="0"/>
              <a:t>filter inaccuracies </a:t>
            </a:r>
            <a:r>
              <a:rPr lang="en-US" altLang="ko-KR" dirty="0"/>
              <a:t>and </a:t>
            </a:r>
            <a:r>
              <a:rPr lang="en-US" altLang="ko-KR" u="sng" dirty="0"/>
              <a:t>enrich the retrieved information</a:t>
            </a:r>
            <a:r>
              <a:rPr lang="en-US" altLang="ko-KR" dirty="0"/>
              <a:t> with more </a:t>
            </a:r>
            <a:r>
              <a:rPr lang="en-US" altLang="ko-KR" u="sng" dirty="0"/>
              <a:t>reliable</a:t>
            </a:r>
            <a:r>
              <a:rPr lang="en-US" altLang="ko-KR" dirty="0"/>
              <a:t> content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Finally, </a:t>
            </a:r>
            <a:r>
              <a:rPr lang="en-US" altLang="ko-KR" b="1" dirty="0"/>
              <a:t>concatenate</a:t>
            </a:r>
            <a:r>
              <a:rPr lang="en-US" altLang="ko-KR" dirty="0"/>
              <a:t> translated passage and refined passage, </a:t>
            </a:r>
            <a:r>
              <a:rPr lang="en-US" altLang="ko-KR" u="sng" dirty="0"/>
              <a:t>generating final answer with them</a:t>
            </a:r>
            <a:endParaRPr lang="ko-KR" altLang="en-US" u="sng" dirty="0"/>
          </a:p>
        </p:txBody>
      </p:sp>
    </p:spTree>
    <p:extLst>
      <p:ext uri="{BB962C8B-B14F-4D97-AF65-F5344CB8AC3E}">
        <p14:creationId xmlns:p14="http://schemas.microsoft.com/office/powerpoint/2010/main" val="23244942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CA70E-AC91-EEE5-1510-A03DE84D33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DF7581-B930-1A82-35F2-E628F29A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Language Preference – mitigating strategy </a:t>
            </a:r>
            <a:r>
              <a:rPr lang="en-US" altLang="ko-KR" sz="2400" u="sng" dirty="0"/>
              <a:t>(Results)</a:t>
            </a:r>
            <a:endParaRPr lang="ko-KR" altLang="en-US" u="sng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1D75F96-E209-0C39-63E8-9E7E2EC2B79C}"/>
              </a:ext>
            </a:extLst>
          </p:cNvPr>
          <p:cNvSpPr/>
          <p:nvPr/>
        </p:nvSpPr>
        <p:spPr>
          <a:xfrm>
            <a:off x="0" y="6122670"/>
            <a:ext cx="12192000" cy="7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A481DE-5DE4-1104-D299-F4A4F4A318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441" y="1347475"/>
            <a:ext cx="9574823" cy="524503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CF14CCE4-B438-D1CE-A35F-CF587DCDC639}"/>
              </a:ext>
            </a:extLst>
          </p:cNvPr>
          <p:cNvSpPr/>
          <p:nvPr/>
        </p:nvSpPr>
        <p:spPr>
          <a:xfrm>
            <a:off x="9605514" y="1347474"/>
            <a:ext cx="1108494" cy="47751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2637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EBCC3-E02D-EDEA-4E3A-DA82DEFF1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841C73-C0C8-D120-E09B-C7F89DB17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045" y="386843"/>
            <a:ext cx="11029616" cy="609980"/>
          </a:xfrm>
        </p:spPr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0B74EB2-0C93-467F-2610-054710820EDD}"/>
              </a:ext>
            </a:extLst>
          </p:cNvPr>
          <p:cNvSpPr/>
          <p:nvPr/>
        </p:nvSpPr>
        <p:spPr>
          <a:xfrm>
            <a:off x="0" y="6122670"/>
            <a:ext cx="12192000" cy="7353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5140E-2C74-C0F6-EACD-D57C8171FDAB}"/>
              </a:ext>
            </a:extLst>
          </p:cNvPr>
          <p:cNvSpPr txBox="1"/>
          <p:nvPr/>
        </p:nvSpPr>
        <p:spPr>
          <a:xfrm>
            <a:off x="822401" y="1252800"/>
            <a:ext cx="10708272" cy="5035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Investigated </a:t>
            </a:r>
            <a:r>
              <a:rPr lang="en-US" altLang="ko-KR" b="1" dirty="0"/>
              <a:t>language preferences </a:t>
            </a:r>
            <a:r>
              <a:rPr lang="en-US" altLang="ko-KR" dirty="0"/>
              <a:t>in mRAG systems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Proposed a </a:t>
            </a:r>
            <a:r>
              <a:rPr lang="en-US" altLang="ko-KR" b="1" dirty="0"/>
              <a:t>metric that measures the language preference of retrievers </a:t>
            </a:r>
            <a:r>
              <a:rPr lang="en-US" altLang="ko-KR" dirty="0"/>
              <a:t>by checking the rank difference between the translated passage and the original one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Experiments reveal that retrievers prefer </a:t>
            </a:r>
            <a:r>
              <a:rPr lang="en-US" altLang="ko-KR" b="1" dirty="0"/>
              <a:t>high-resource and query language</a:t>
            </a:r>
            <a:r>
              <a:rPr lang="en-US" altLang="ko-KR" dirty="0"/>
              <a:t> but do not always yield better generation performance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Generators often favor the </a:t>
            </a:r>
            <a:r>
              <a:rPr lang="en-US" altLang="ko-KR" b="1" dirty="0"/>
              <a:t>query language or Latin scripts, </a:t>
            </a:r>
            <a:r>
              <a:rPr lang="en-US" altLang="ko-KR" dirty="0"/>
              <a:t>resulting in inconsistent outputs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Proposed DKM-RAG which integrates translated passages with internal knowledge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 Empirical results show that DKM-RAG consistently enhances mRAG performance across diverse languages</a:t>
            </a:r>
            <a:endParaRPr lang="ko-KR" altLang="en-US" u="sng" dirty="0"/>
          </a:p>
        </p:txBody>
      </p:sp>
    </p:spTree>
    <p:extLst>
      <p:ext uri="{BB962C8B-B14F-4D97-AF65-F5344CB8AC3E}">
        <p14:creationId xmlns:p14="http://schemas.microsoft.com/office/powerpoint/2010/main" val="1972342409"/>
      </p:ext>
    </p:extLst>
  </p:cSld>
  <p:clrMapOvr>
    <a:masterClrMapping/>
  </p:clrMapOvr>
</p:sld>
</file>

<file path=ppt/theme/theme1.xml><?xml version="1.0" encoding="utf-8"?>
<a:theme xmlns:a="http://schemas.openxmlformats.org/drawingml/2006/main" name="MILAB_1">
  <a:themeElements>
    <a:clrScheme name="분할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분할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ILAB_1" id="{8C5D047D-5A83-4912-BDD5-C053A330F69D}" vid="{359F4C5A-ACB5-4D5A-B238-C280E6CD94D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43908754369C4A4694B3D2779457A6BE" ma:contentTypeVersion="13" ma:contentTypeDescription="새 문서를 만듭니다." ma:contentTypeScope="" ma:versionID="3e83326819eaf48c088c20c3211796c5">
  <xsd:schema xmlns:xsd="http://www.w3.org/2001/XMLSchema" xmlns:xs="http://www.w3.org/2001/XMLSchema" xmlns:p="http://schemas.microsoft.com/office/2006/metadata/properties" xmlns:ns3="a42185cf-9908-4584-8624-9a5eb26fc0b5" xmlns:ns4="c1060163-715a-43b0-b1ad-b4f06a70d354" targetNamespace="http://schemas.microsoft.com/office/2006/metadata/properties" ma:root="true" ma:fieldsID="c34ec53c0ee0bdfe606c1a6c546544c1" ns3:_="" ns4:_="">
    <xsd:import namespace="a42185cf-9908-4584-8624-9a5eb26fc0b5"/>
    <xsd:import namespace="c1060163-715a-43b0-b1ad-b4f06a70d35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2185cf-9908-4584-8624-9a5eb26fc0b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1060163-715a-43b0-b1ad-b4f06a70d35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D4B9DA8-BE2B-451C-A0AF-94A11558AC60}">
  <ds:schemaRefs>
    <ds:schemaRef ds:uri="a42185cf-9908-4584-8624-9a5eb26fc0b5"/>
    <ds:schemaRef ds:uri="c1060163-715a-43b0-b1ad-b4f06a70d35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287EB51-E642-4723-B6AF-7129772B74CE}">
  <ds:schemaRefs>
    <ds:schemaRef ds:uri="http://purl.org/dc/dcmitype/"/>
    <ds:schemaRef ds:uri="http://www.w3.org/XML/1998/namespace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http://schemas.microsoft.com/office/2006/metadata/properties"/>
    <ds:schemaRef ds:uri="c1060163-715a-43b0-b1ad-b4f06a70d354"/>
    <ds:schemaRef ds:uri="http://schemas.openxmlformats.org/package/2006/metadata/core-properties"/>
    <ds:schemaRef ds:uri="a42185cf-9908-4584-8624-9a5eb26fc0b5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0AA4DABC-D330-4C09-90AB-73FAC677C06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3052</TotalTime>
  <Pages>5</Pages>
  <Words>607</Words>
  <Characters>0</Characters>
  <Application>Microsoft Office PowerPoint</Application>
  <DocSecurity>0</DocSecurity>
  <PresentationFormat>와이드스크린</PresentationFormat>
  <Lines>0</Lines>
  <Paragraphs>84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Helvetica</vt:lpstr>
      <vt:lpstr>Wingdings 2</vt:lpstr>
      <vt:lpstr>Arial</vt:lpstr>
      <vt:lpstr>Calibri</vt:lpstr>
      <vt:lpstr>MILAB_1</vt:lpstr>
      <vt:lpstr>PowerPoint 프레젠테이션</vt:lpstr>
      <vt:lpstr>Multilingual RAG (mRAG) System</vt:lpstr>
      <vt:lpstr>Multilingual RAG – Motivations (Challenges) </vt:lpstr>
      <vt:lpstr>Language Preference – Retriever Level (Proposed Metric)</vt:lpstr>
      <vt:lpstr>Language Preference – Retriever Level (Results) </vt:lpstr>
      <vt:lpstr>Language Preference – Retriever Level (Results) </vt:lpstr>
      <vt:lpstr>Language Preference – Retriever Level (Results) </vt:lpstr>
      <vt:lpstr>Language Preference – Retriever Level (Results) </vt:lpstr>
      <vt:lpstr>Language Preference – Retriever Level (Results) </vt:lpstr>
      <vt:lpstr>Language Preference – Generator Level (way to measure)</vt:lpstr>
      <vt:lpstr>Language Preference – Generator Level (Results) </vt:lpstr>
      <vt:lpstr>Language Preference – mitigating strategy (Proposed Method)</vt:lpstr>
      <vt:lpstr>Language Preference – mitigating strategy (Proposed Method)</vt:lpstr>
      <vt:lpstr>Language Preference – mitigating strategy (Results)</vt:lpstr>
      <vt:lpstr>Conclusion</vt:lpstr>
    </vt:vector>
  </TitlesOfParts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on Style Transfer from Non-Parallel Text by Cross-Alignment</dc:title>
  <dc:creator>user</dc:creator>
  <cp:lastModifiedBy>박정현</cp:lastModifiedBy>
  <cp:revision>102</cp:revision>
  <dcterms:modified xsi:type="dcterms:W3CDTF">2025-07-01T11:26:35Z</dcterms:modified>
  <cp:version>9.104.208.51986</cp:version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0x01010043908754369C4A4694B3D2779457A6BE</vt:lpwstr>
  </property>
</Properties>
</file>